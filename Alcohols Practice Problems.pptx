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0" r:id="rId5"/>
    <p:sldId id="332" r:id="rId6"/>
    <p:sldId id="33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D331"/>
    <a:srgbClr val="E9AC7F"/>
    <a:srgbClr val="F1D2A9"/>
    <a:srgbClr val="E78989"/>
    <a:srgbClr val="0066FF"/>
    <a:srgbClr val="0000FF"/>
    <a:srgbClr val="CEDC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471471-94E9-462D-B8ED-EE06EA1BC230}" v="72" dt="2026-02-17T21:54:09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nan Brown" userId="bcf6cc9e-21d7-4e63-b7dc-a8459bd698b0" providerId="ADAL" clId="{30F1509B-5785-4C08-8791-C8021B43727B}"/>
    <pc:docChg chg="undo custSel addSld delSld modSld modMainMaster">
      <pc:chgData name="Brennan Brown" userId="bcf6cc9e-21d7-4e63-b7dc-a8459bd698b0" providerId="ADAL" clId="{30F1509B-5785-4C08-8791-C8021B43727B}" dt="2026-02-17T21:54:41.910" v="260" actId="680"/>
      <pc:docMkLst>
        <pc:docMk/>
      </pc:docMkLst>
      <pc:sldChg chg="del">
        <pc:chgData name="Brennan Brown" userId="bcf6cc9e-21d7-4e63-b7dc-a8459bd698b0" providerId="ADAL" clId="{30F1509B-5785-4C08-8791-C8021B43727B}" dt="2026-02-17T19:51:43.097" v="149" actId="47"/>
        <pc:sldMkLst>
          <pc:docMk/>
          <pc:sldMk cId="2127286007" sldId="257"/>
        </pc:sldMkLst>
      </pc:sldChg>
      <pc:sldChg chg="del">
        <pc:chgData name="Brennan Brown" userId="bcf6cc9e-21d7-4e63-b7dc-a8459bd698b0" providerId="ADAL" clId="{30F1509B-5785-4C08-8791-C8021B43727B}" dt="2026-02-17T19:51:42.437" v="148" actId="47"/>
        <pc:sldMkLst>
          <pc:docMk/>
          <pc:sldMk cId="1146647371" sldId="258"/>
        </pc:sldMkLst>
      </pc:sldChg>
      <pc:sldChg chg="del">
        <pc:chgData name="Brennan Brown" userId="bcf6cc9e-21d7-4e63-b7dc-a8459bd698b0" providerId="ADAL" clId="{30F1509B-5785-4C08-8791-C8021B43727B}" dt="2026-02-17T19:51:41.798" v="147" actId="47"/>
        <pc:sldMkLst>
          <pc:docMk/>
          <pc:sldMk cId="2882620226" sldId="259"/>
        </pc:sldMkLst>
      </pc:sldChg>
      <pc:sldChg chg="addSp delSp modSp add del mod addAnim delAnim modAnim">
        <pc:chgData name="Brennan Brown" userId="bcf6cc9e-21d7-4e63-b7dc-a8459bd698b0" providerId="ADAL" clId="{30F1509B-5785-4C08-8791-C8021B43727B}" dt="2026-02-17T21:54:39.563" v="258" actId="47"/>
        <pc:sldMkLst>
          <pc:docMk/>
          <pc:sldMk cId="453502470" sldId="260"/>
        </pc:sldMkLst>
        <pc:spChg chg="add mod">
          <ac:chgData name="Brennan Brown" userId="bcf6cc9e-21d7-4e63-b7dc-a8459bd698b0" providerId="ADAL" clId="{30F1509B-5785-4C08-8791-C8021B43727B}" dt="2026-02-17T19:35:21.153" v="7" actId="1076"/>
          <ac:spMkLst>
            <pc:docMk/>
            <pc:sldMk cId="453502470" sldId="260"/>
            <ac:spMk id="2" creationId="{7DF86DAD-EA74-F2C0-5109-068369126ACB}"/>
          </ac:spMkLst>
        </pc:spChg>
        <pc:spChg chg="add mod ord">
          <ac:chgData name="Brennan Brown" userId="bcf6cc9e-21d7-4e63-b7dc-a8459bd698b0" providerId="ADAL" clId="{30F1509B-5785-4C08-8791-C8021B43727B}" dt="2026-02-17T19:51:30.141" v="146" actId="339"/>
          <ac:spMkLst>
            <pc:docMk/>
            <pc:sldMk cId="453502470" sldId="260"/>
            <ac:spMk id="4" creationId="{1E49825A-CD6F-BDE5-A498-25C8CE493457}"/>
          </ac:spMkLst>
        </pc:spChg>
        <pc:spChg chg="add del mod">
          <ac:chgData name="Brennan Brown" userId="bcf6cc9e-21d7-4e63-b7dc-a8459bd698b0" providerId="ADAL" clId="{30F1509B-5785-4C08-8791-C8021B43727B}" dt="2026-02-17T19:38:42.615" v="51" actId="478"/>
          <ac:spMkLst>
            <pc:docMk/>
            <pc:sldMk cId="453502470" sldId="260"/>
            <ac:spMk id="5" creationId="{56B7AD59-E282-C967-9B41-C8B11DECC4DC}"/>
          </ac:spMkLst>
        </pc:spChg>
        <pc:spChg chg="add mod">
          <ac:chgData name="Brennan Brown" userId="bcf6cc9e-21d7-4e63-b7dc-a8459bd698b0" providerId="ADAL" clId="{30F1509B-5785-4C08-8791-C8021B43727B}" dt="2026-02-17T19:50:28.160" v="138" actId="14861"/>
          <ac:spMkLst>
            <pc:docMk/>
            <pc:sldMk cId="453502470" sldId="260"/>
            <ac:spMk id="6" creationId="{D02F48F9-2138-3386-108D-3CDCAA096EFE}"/>
          </ac:spMkLst>
        </pc:spChg>
        <pc:picChg chg="add mod">
          <ac:chgData name="Brennan Brown" userId="bcf6cc9e-21d7-4e63-b7dc-a8459bd698b0" providerId="ADAL" clId="{30F1509B-5785-4C08-8791-C8021B43727B}" dt="2026-02-17T19:43:34.233" v="96" actId="1076"/>
          <ac:picMkLst>
            <pc:docMk/>
            <pc:sldMk cId="453502470" sldId="260"/>
            <ac:picMk id="3" creationId="{78482453-C269-A781-A91B-9E5EDAD44097}"/>
          </ac:picMkLst>
        </pc:picChg>
        <pc:picChg chg="add mod ord">
          <ac:chgData name="Brennan Brown" userId="bcf6cc9e-21d7-4e63-b7dc-a8459bd698b0" providerId="ADAL" clId="{30F1509B-5785-4C08-8791-C8021B43727B}" dt="2026-02-17T19:44:36.239" v="105" actId="1076"/>
          <ac:picMkLst>
            <pc:docMk/>
            <pc:sldMk cId="453502470" sldId="260"/>
            <ac:picMk id="7" creationId="{4B22B016-4831-3A2D-8418-9EDE4F4ABD72}"/>
          </ac:picMkLst>
        </pc:picChg>
      </pc:sldChg>
      <pc:sldChg chg="del">
        <pc:chgData name="Brennan Brown" userId="bcf6cc9e-21d7-4e63-b7dc-a8459bd698b0" providerId="ADAL" clId="{30F1509B-5785-4C08-8791-C8021B43727B}" dt="2026-02-17T21:54:33.901" v="185" actId="47"/>
        <pc:sldMkLst>
          <pc:docMk/>
          <pc:sldMk cId="1096564148" sldId="261"/>
        </pc:sldMkLst>
      </pc:sldChg>
      <pc:sldChg chg="del">
        <pc:chgData name="Brennan Brown" userId="bcf6cc9e-21d7-4e63-b7dc-a8459bd698b0" providerId="ADAL" clId="{30F1509B-5785-4C08-8791-C8021B43727B}" dt="2026-02-17T21:54:34.464" v="186" actId="47"/>
        <pc:sldMkLst>
          <pc:docMk/>
          <pc:sldMk cId="4104261954" sldId="262"/>
        </pc:sldMkLst>
      </pc:sldChg>
      <pc:sldChg chg="del">
        <pc:chgData name="Brennan Brown" userId="bcf6cc9e-21d7-4e63-b7dc-a8459bd698b0" providerId="ADAL" clId="{30F1509B-5785-4C08-8791-C8021B43727B}" dt="2026-02-17T21:54:34.960" v="187" actId="47"/>
        <pc:sldMkLst>
          <pc:docMk/>
          <pc:sldMk cId="3358199369" sldId="263"/>
        </pc:sldMkLst>
      </pc:sldChg>
      <pc:sldChg chg="del">
        <pc:chgData name="Brennan Brown" userId="bcf6cc9e-21d7-4e63-b7dc-a8459bd698b0" providerId="ADAL" clId="{30F1509B-5785-4C08-8791-C8021B43727B}" dt="2026-02-17T21:54:34.997" v="188" actId="47"/>
        <pc:sldMkLst>
          <pc:docMk/>
          <pc:sldMk cId="2758173058" sldId="264"/>
        </pc:sldMkLst>
      </pc:sldChg>
      <pc:sldChg chg="del">
        <pc:chgData name="Brennan Brown" userId="bcf6cc9e-21d7-4e63-b7dc-a8459bd698b0" providerId="ADAL" clId="{30F1509B-5785-4C08-8791-C8021B43727B}" dt="2026-02-17T21:54:35.034" v="189" actId="47"/>
        <pc:sldMkLst>
          <pc:docMk/>
          <pc:sldMk cId="3878906365" sldId="265"/>
        </pc:sldMkLst>
      </pc:sldChg>
      <pc:sldChg chg="del">
        <pc:chgData name="Brennan Brown" userId="bcf6cc9e-21d7-4e63-b7dc-a8459bd698b0" providerId="ADAL" clId="{30F1509B-5785-4C08-8791-C8021B43727B}" dt="2026-02-17T21:54:35.060" v="190" actId="47"/>
        <pc:sldMkLst>
          <pc:docMk/>
          <pc:sldMk cId="2340955611" sldId="266"/>
        </pc:sldMkLst>
      </pc:sldChg>
      <pc:sldChg chg="del">
        <pc:chgData name="Brennan Brown" userId="bcf6cc9e-21d7-4e63-b7dc-a8459bd698b0" providerId="ADAL" clId="{30F1509B-5785-4C08-8791-C8021B43727B}" dt="2026-02-17T21:54:35.093" v="191" actId="47"/>
        <pc:sldMkLst>
          <pc:docMk/>
          <pc:sldMk cId="2963362343" sldId="267"/>
        </pc:sldMkLst>
      </pc:sldChg>
      <pc:sldChg chg="del">
        <pc:chgData name="Brennan Brown" userId="bcf6cc9e-21d7-4e63-b7dc-a8459bd698b0" providerId="ADAL" clId="{30F1509B-5785-4C08-8791-C8021B43727B}" dt="2026-02-17T21:54:35.124" v="192" actId="47"/>
        <pc:sldMkLst>
          <pc:docMk/>
          <pc:sldMk cId="2807364232" sldId="268"/>
        </pc:sldMkLst>
      </pc:sldChg>
      <pc:sldChg chg="del">
        <pc:chgData name="Brennan Brown" userId="bcf6cc9e-21d7-4e63-b7dc-a8459bd698b0" providerId="ADAL" clId="{30F1509B-5785-4C08-8791-C8021B43727B}" dt="2026-02-17T21:54:35.155" v="193" actId="47"/>
        <pc:sldMkLst>
          <pc:docMk/>
          <pc:sldMk cId="2088428235" sldId="269"/>
        </pc:sldMkLst>
      </pc:sldChg>
      <pc:sldChg chg="del">
        <pc:chgData name="Brennan Brown" userId="bcf6cc9e-21d7-4e63-b7dc-a8459bd698b0" providerId="ADAL" clId="{30F1509B-5785-4C08-8791-C8021B43727B}" dt="2026-02-17T21:54:35.187" v="194" actId="47"/>
        <pc:sldMkLst>
          <pc:docMk/>
          <pc:sldMk cId="1551158710" sldId="270"/>
        </pc:sldMkLst>
      </pc:sldChg>
      <pc:sldChg chg="del">
        <pc:chgData name="Brennan Brown" userId="bcf6cc9e-21d7-4e63-b7dc-a8459bd698b0" providerId="ADAL" clId="{30F1509B-5785-4C08-8791-C8021B43727B}" dt="2026-02-17T21:54:35.218" v="195" actId="47"/>
        <pc:sldMkLst>
          <pc:docMk/>
          <pc:sldMk cId="591285175" sldId="271"/>
        </pc:sldMkLst>
      </pc:sldChg>
      <pc:sldChg chg="del">
        <pc:chgData name="Brennan Brown" userId="bcf6cc9e-21d7-4e63-b7dc-a8459bd698b0" providerId="ADAL" clId="{30F1509B-5785-4C08-8791-C8021B43727B}" dt="2026-02-17T21:54:35.258" v="196" actId="47"/>
        <pc:sldMkLst>
          <pc:docMk/>
          <pc:sldMk cId="2912603554" sldId="272"/>
        </pc:sldMkLst>
      </pc:sldChg>
      <pc:sldChg chg="del">
        <pc:chgData name="Brennan Brown" userId="bcf6cc9e-21d7-4e63-b7dc-a8459bd698b0" providerId="ADAL" clId="{30F1509B-5785-4C08-8791-C8021B43727B}" dt="2026-02-17T21:54:35.291" v="197" actId="47"/>
        <pc:sldMkLst>
          <pc:docMk/>
          <pc:sldMk cId="1379373129" sldId="273"/>
        </pc:sldMkLst>
      </pc:sldChg>
      <pc:sldChg chg="del">
        <pc:chgData name="Brennan Brown" userId="bcf6cc9e-21d7-4e63-b7dc-a8459bd698b0" providerId="ADAL" clId="{30F1509B-5785-4C08-8791-C8021B43727B}" dt="2026-02-17T21:54:35.326" v="198" actId="47"/>
        <pc:sldMkLst>
          <pc:docMk/>
          <pc:sldMk cId="2703286261" sldId="274"/>
        </pc:sldMkLst>
      </pc:sldChg>
      <pc:sldChg chg="del">
        <pc:chgData name="Brennan Brown" userId="bcf6cc9e-21d7-4e63-b7dc-a8459bd698b0" providerId="ADAL" clId="{30F1509B-5785-4C08-8791-C8021B43727B}" dt="2026-02-17T21:54:35.362" v="199" actId="47"/>
        <pc:sldMkLst>
          <pc:docMk/>
          <pc:sldMk cId="46437146" sldId="275"/>
        </pc:sldMkLst>
      </pc:sldChg>
      <pc:sldChg chg="del">
        <pc:chgData name="Brennan Brown" userId="bcf6cc9e-21d7-4e63-b7dc-a8459bd698b0" providerId="ADAL" clId="{30F1509B-5785-4C08-8791-C8021B43727B}" dt="2026-02-17T21:54:35.399" v="200" actId="47"/>
        <pc:sldMkLst>
          <pc:docMk/>
          <pc:sldMk cId="1150321343" sldId="276"/>
        </pc:sldMkLst>
      </pc:sldChg>
      <pc:sldChg chg="del">
        <pc:chgData name="Brennan Brown" userId="bcf6cc9e-21d7-4e63-b7dc-a8459bd698b0" providerId="ADAL" clId="{30F1509B-5785-4C08-8791-C8021B43727B}" dt="2026-02-17T21:54:35.431" v="201" actId="47"/>
        <pc:sldMkLst>
          <pc:docMk/>
          <pc:sldMk cId="1269718713" sldId="277"/>
        </pc:sldMkLst>
      </pc:sldChg>
      <pc:sldChg chg="del">
        <pc:chgData name="Brennan Brown" userId="bcf6cc9e-21d7-4e63-b7dc-a8459bd698b0" providerId="ADAL" clId="{30F1509B-5785-4C08-8791-C8021B43727B}" dt="2026-02-17T21:54:35.462" v="202" actId="47"/>
        <pc:sldMkLst>
          <pc:docMk/>
          <pc:sldMk cId="2913738457" sldId="278"/>
        </pc:sldMkLst>
      </pc:sldChg>
      <pc:sldChg chg="del">
        <pc:chgData name="Brennan Brown" userId="bcf6cc9e-21d7-4e63-b7dc-a8459bd698b0" providerId="ADAL" clId="{30F1509B-5785-4C08-8791-C8021B43727B}" dt="2026-02-17T21:54:35.489" v="203" actId="47"/>
        <pc:sldMkLst>
          <pc:docMk/>
          <pc:sldMk cId="1587392285" sldId="279"/>
        </pc:sldMkLst>
      </pc:sldChg>
      <pc:sldChg chg="del">
        <pc:chgData name="Brennan Brown" userId="bcf6cc9e-21d7-4e63-b7dc-a8459bd698b0" providerId="ADAL" clId="{30F1509B-5785-4C08-8791-C8021B43727B}" dt="2026-02-17T21:54:35.526" v="204" actId="47"/>
        <pc:sldMkLst>
          <pc:docMk/>
          <pc:sldMk cId="3083577930" sldId="280"/>
        </pc:sldMkLst>
      </pc:sldChg>
      <pc:sldChg chg="del">
        <pc:chgData name="Brennan Brown" userId="bcf6cc9e-21d7-4e63-b7dc-a8459bd698b0" providerId="ADAL" clId="{30F1509B-5785-4C08-8791-C8021B43727B}" dt="2026-02-17T21:54:35.561" v="205" actId="47"/>
        <pc:sldMkLst>
          <pc:docMk/>
          <pc:sldMk cId="433988612" sldId="281"/>
        </pc:sldMkLst>
      </pc:sldChg>
      <pc:sldChg chg="del">
        <pc:chgData name="Brennan Brown" userId="bcf6cc9e-21d7-4e63-b7dc-a8459bd698b0" providerId="ADAL" clId="{30F1509B-5785-4C08-8791-C8021B43727B}" dt="2026-02-17T21:54:36.101" v="206" actId="47"/>
        <pc:sldMkLst>
          <pc:docMk/>
          <pc:sldMk cId="384201996" sldId="282"/>
        </pc:sldMkLst>
      </pc:sldChg>
      <pc:sldChg chg="del">
        <pc:chgData name="Brennan Brown" userId="bcf6cc9e-21d7-4e63-b7dc-a8459bd698b0" providerId="ADAL" clId="{30F1509B-5785-4C08-8791-C8021B43727B}" dt="2026-02-17T21:54:36.594" v="207" actId="47"/>
        <pc:sldMkLst>
          <pc:docMk/>
          <pc:sldMk cId="498595920" sldId="283"/>
        </pc:sldMkLst>
      </pc:sldChg>
      <pc:sldChg chg="del">
        <pc:chgData name="Brennan Brown" userId="bcf6cc9e-21d7-4e63-b7dc-a8459bd698b0" providerId="ADAL" clId="{30F1509B-5785-4C08-8791-C8021B43727B}" dt="2026-02-17T21:54:36.636" v="208" actId="47"/>
        <pc:sldMkLst>
          <pc:docMk/>
          <pc:sldMk cId="906986692" sldId="284"/>
        </pc:sldMkLst>
      </pc:sldChg>
      <pc:sldChg chg="del">
        <pc:chgData name="Brennan Brown" userId="bcf6cc9e-21d7-4e63-b7dc-a8459bd698b0" providerId="ADAL" clId="{30F1509B-5785-4C08-8791-C8021B43727B}" dt="2026-02-17T21:54:36.657" v="209" actId="47"/>
        <pc:sldMkLst>
          <pc:docMk/>
          <pc:sldMk cId="3977274699" sldId="285"/>
        </pc:sldMkLst>
      </pc:sldChg>
      <pc:sldChg chg="del">
        <pc:chgData name="Brennan Brown" userId="bcf6cc9e-21d7-4e63-b7dc-a8459bd698b0" providerId="ADAL" clId="{30F1509B-5785-4C08-8791-C8021B43727B}" dt="2026-02-17T21:54:36.690" v="210" actId="47"/>
        <pc:sldMkLst>
          <pc:docMk/>
          <pc:sldMk cId="520772721" sldId="286"/>
        </pc:sldMkLst>
      </pc:sldChg>
      <pc:sldChg chg="del">
        <pc:chgData name="Brennan Brown" userId="bcf6cc9e-21d7-4e63-b7dc-a8459bd698b0" providerId="ADAL" clId="{30F1509B-5785-4C08-8791-C8021B43727B}" dt="2026-02-17T21:54:36.725" v="211" actId="47"/>
        <pc:sldMkLst>
          <pc:docMk/>
          <pc:sldMk cId="2679679254" sldId="287"/>
        </pc:sldMkLst>
      </pc:sldChg>
      <pc:sldChg chg="del">
        <pc:chgData name="Brennan Brown" userId="bcf6cc9e-21d7-4e63-b7dc-a8459bd698b0" providerId="ADAL" clId="{30F1509B-5785-4C08-8791-C8021B43727B}" dt="2026-02-17T21:54:36.758" v="212" actId="47"/>
        <pc:sldMkLst>
          <pc:docMk/>
          <pc:sldMk cId="1917389179" sldId="288"/>
        </pc:sldMkLst>
      </pc:sldChg>
      <pc:sldChg chg="del">
        <pc:chgData name="Brennan Brown" userId="bcf6cc9e-21d7-4e63-b7dc-a8459bd698b0" providerId="ADAL" clId="{30F1509B-5785-4C08-8791-C8021B43727B}" dt="2026-02-17T21:54:36.783" v="213" actId="47"/>
        <pc:sldMkLst>
          <pc:docMk/>
          <pc:sldMk cId="2447443786" sldId="289"/>
        </pc:sldMkLst>
      </pc:sldChg>
      <pc:sldChg chg="del">
        <pc:chgData name="Brennan Brown" userId="bcf6cc9e-21d7-4e63-b7dc-a8459bd698b0" providerId="ADAL" clId="{30F1509B-5785-4C08-8791-C8021B43727B}" dt="2026-02-17T21:54:36.836" v="214" actId="47"/>
        <pc:sldMkLst>
          <pc:docMk/>
          <pc:sldMk cId="55332442" sldId="290"/>
        </pc:sldMkLst>
      </pc:sldChg>
      <pc:sldChg chg="del">
        <pc:chgData name="Brennan Brown" userId="bcf6cc9e-21d7-4e63-b7dc-a8459bd698b0" providerId="ADAL" clId="{30F1509B-5785-4C08-8791-C8021B43727B}" dt="2026-02-17T21:54:36.871" v="215" actId="47"/>
        <pc:sldMkLst>
          <pc:docMk/>
          <pc:sldMk cId="602510030" sldId="291"/>
        </pc:sldMkLst>
      </pc:sldChg>
      <pc:sldChg chg="del">
        <pc:chgData name="Brennan Brown" userId="bcf6cc9e-21d7-4e63-b7dc-a8459bd698b0" providerId="ADAL" clId="{30F1509B-5785-4C08-8791-C8021B43727B}" dt="2026-02-17T21:54:36.921" v="216" actId="47"/>
        <pc:sldMkLst>
          <pc:docMk/>
          <pc:sldMk cId="957198007" sldId="292"/>
        </pc:sldMkLst>
      </pc:sldChg>
      <pc:sldChg chg="del">
        <pc:chgData name="Brennan Brown" userId="bcf6cc9e-21d7-4e63-b7dc-a8459bd698b0" providerId="ADAL" clId="{30F1509B-5785-4C08-8791-C8021B43727B}" dt="2026-02-17T21:54:36.938" v="217" actId="47"/>
        <pc:sldMkLst>
          <pc:docMk/>
          <pc:sldMk cId="3308305443" sldId="293"/>
        </pc:sldMkLst>
      </pc:sldChg>
      <pc:sldChg chg="del">
        <pc:chgData name="Brennan Brown" userId="bcf6cc9e-21d7-4e63-b7dc-a8459bd698b0" providerId="ADAL" clId="{30F1509B-5785-4C08-8791-C8021B43727B}" dt="2026-02-17T21:54:36.968" v="218" actId="47"/>
        <pc:sldMkLst>
          <pc:docMk/>
          <pc:sldMk cId="2194437254" sldId="294"/>
        </pc:sldMkLst>
      </pc:sldChg>
      <pc:sldChg chg="del">
        <pc:chgData name="Brennan Brown" userId="bcf6cc9e-21d7-4e63-b7dc-a8459bd698b0" providerId="ADAL" clId="{30F1509B-5785-4C08-8791-C8021B43727B}" dt="2026-02-17T21:54:36.999" v="219" actId="47"/>
        <pc:sldMkLst>
          <pc:docMk/>
          <pc:sldMk cId="2959617604" sldId="295"/>
        </pc:sldMkLst>
      </pc:sldChg>
      <pc:sldChg chg="del">
        <pc:chgData name="Brennan Brown" userId="bcf6cc9e-21d7-4e63-b7dc-a8459bd698b0" providerId="ADAL" clId="{30F1509B-5785-4C08-8791-C8021B43727B}" dt="2026-02-17T21:54:37.032" v="220" actId="47"/>
        <pc:sldMkLst>
          <pc:docMk/>
          <pc:sldMk cId="2851978195" sldId="296"/>
        </pc:sldMkLst>
      </pc:sldChg>
      <pc:sldChg chg="del">
        <pc:chgData name="Brennan Brown" userId="bcf6cc9e-21d7-4e63-b7dc-a8459bd698b0" providerId="ADAL" clId="{30F1509B-5785-4C08-8791-C8021B43727B}" dt="2026-02-17T21:54:37.057" v="221" actId="47"/>
        <pc:sldMkLst>
          <pc:docMk/>
          <pc:sldMk cId="1656532576" sldId="297"/>
        </pc:sldMkLst>
      </pc:sldChg>
      <pc:sldChg chg="del">
        <pc:chgData name="Brennan Brown" userId="bcf6cc9e-21d7-4e63-b7dc-a8459bd698b0" providerId="ADAL" clId="{30F1509B-5785-4C08-8791-C8021B43727B}" dt="2026-02-17T21:54:37.091" v="222" actId="47"/>
        <pc:sldMkLst>
          <pc:docMk/>
          <pc:sldMk cId="2821448945" sldId="298"/>
        </pc:sldMkLst>
      </pc:sldChg>
      <pc:sldChg chg="del">
        <pc:chgData name="Brennan Brown" userId="bcf6cc9e-21d7-4e63-b7dc-a8459bd698b0" providerId="ADAL" clId="{30F1509B-5785-4C08-8791-C8021B43727B}" dt="2026-02-17T21:54:37.123" v="223" actId="47"/>
        <pc:sldMkLst>
          <pc:docMk/>
          <pc:sldMk cId="3471935721" sldId="299"/>
        </pc:sldMkLst>
      </pc:sldChg>
      <pc:sldChg chg="del">
        <pc:chgData name="Brennan Brown" userId="bcf6cc9e-21d7-4e63-b7dc-a8459bd698b0" providerId="ADAL" clId="{30F1509B-5785-4C08-8791-C8021B43727B}" dt="2026-02-17T21:54:37.155" v="224" actId="47"/>
        <pc:sldMkLst>
          <pc:docMk/>
          <pc:sldMk cId="562400247" sldId="300"/>
        </pc:sldMkLst>
      </pc:sldChg>
      <pc:sldChg chg="del">
        <pc:chgData name="Brennan Brown" userId="bcf6cc9e-21d7-4e63-b7dc-a8459bd698b0" providerId="ADAL" clId="{30F1509B-5785-4C08-8791-C8021B43727B}" dt="2026-02-17T21:54:37.202" v="225" actId="47"/>
        <pc:sldMkLst>
          <pc:docMk/>
          <pc:sldMk cId="3572704224" sldId="301"/>
        </pc:sldMkLst>
      </pc:sldChg>
      <pc:sldChg chg="del">
        <pc:chgData name="Brennan Brown" userId="bcf6cc9e-21d7-4e63-b7dc-a8459bd698b0" providerId="ADAL" clId="{30F1509B-5785-4C08-8791-C8021B43727B}" dt="2026-02-17T21:54:37.221" v="226" actId="47"/>
        <pc:sldMkLst>
          <pc:docMk/>
          <pc:sldMk cId="1022858440" sldId="302"/>
        </pc:sldMkLst>
      </pc:sldChg>
      <pc:sldChg chg="del">
        <pc:chgData name="Brennan Brown" userId="bcf6cc9e-21d7-4e63-b7dc-a8459bd698b0" providerId="ADAL" clId="{30F1509B-5785-4C08-8791-C8021B43727B}" dt="2026-02-17T21:54:37.254" v="227" actId="47"/>
        <pc:sldMkLst>
          <pc:docMk/>
          <pc:sldMk cId="189107219" sldId="303"/>
        </pc:sldMkLst>
      </pc:sldChg>
      <pc:sldChg chg="del">
        <pc:chgData name="Brennan Brown" userId="bcf6cc9e-21d7-4e63-b7dc-a8459bd698b0" providerId="ADAL" clId="{30F1509B-5785-4C08-8791-C8021B43727B}" dt="2026-02-17T21:54:37.281" v="228" actId="47"/>
        <pc:sldMkLst>
          <pc:docMk/>
          <pc:sldMk cId="1308221993" sldId="304"/>
        </pc:sldMkLst>
      </pc:sldChg>
      <pc:sldChg chg="del">
        <pc:chgData name="Brennan Brown" userId="bcf6cc9e-21d7-4e63-b7dc-a8459bd698b0" providerId="ADAL" clId="{30F1509B-5785-4C08-8791-C8021B43727B}" dt="2026-02-17T21:54:37.313" v="229" actId="47"/>
        <pc:sldMkLst>
          <pc:docMk/>
          <pc:sldMk cId="2571787599" sldId="305"/>
        </pc:sldMkLst>
      </pc:sldChg>
      <pc:sldChg chg="del">
        <pc:chgData name="Brennan Brown" userId="bcf6cc9e-21d7-4e63-b7dc-a8459bd698b0" providerId="ADAL" clId="{30F1509B-5785-4C08-8791-C8021B43727B}" dt="2026-02-17T21:54:37.345" v="230" actId="47"/>
        <pc:sldMkLst>
          <pc:docMk/>
          <pc:sldMk cId="1887011277" sldId="306"/>
        </pc:sldMkLst>
      </pc:sldChg>
      <pc:sldChg chg="del">
        <pc:chgData name="Brennan Brown" userId="bcf6cc9e-21d7-4e63-b7dc-a8459bd698b0" providerId="ADAL" clId="{30F1509B-5785-4C08-8791-C8021B43727B}" dt="2026-02-17T21:54:37.392" v="231" actId="47"/>
        <pc:sldMkLst>
          <pc:docMk/>
          <pc:sldMk cId="882969487" sldId="307"/>
        </pc:sldMkLst>
      </pc:sldChg>
      <pc:sldChg chg="del">
        <pc:chgData name="Brennan Brown" userId="bcf6cc9e-21d7-4e63-b7dc-a8459bd698b0" providerId="ADAL" clId="{30F1509B-5785-4C08-8791-C8021B43727B}" dt="2026-02-17T21:54:37.424" v="232" actId="47"/>
        <pc:sldMkLst>
          <pc:docMk/>
          <pc:sldMk cId="1763007698" sldId="308"/>
        </pc:sldMkLst>
      </pc:sldChg>
      <pc:sldChg chg="del">
        <pc:chgData name="Brennan Brown" userId="bcf6cc9e-21d7-4e63-b7dc-a8459bd698b0" providerId="ADAL" clId="{30F1509B-5785-4C08-8791-C8021B43727B}" dt="2026-02-17T21:54:37.471" v="233" actId="47"/>
        <pc:sldMkLst>
          <pc:docMk/>
          <pc:sldMk cId="3217545511" sldId="309"/>
        </pc:sldMkLst>
      </pc:sldChg>
      <pc:sldChg chg="del">
        <pc:chgData name="Brennan Brown" userId="bcf6cc9e-21d7-4e63-b7dc-a8459bd698b0" providerId="ADAL" clId="{30F1509B-5785-4C08-8791-C8021B43727B}" dt="2026-02-17T21:54:37.513" v="234" actId="47"/>
        <pc:sldMkLst>
          <pc:docMk/>
          <pc:sldMk cId="1499345280" sldId="310"/>
        </pc:sldMkLst>
      </pc:sldChg>
      <pc:sldChg chg="del">
        <pc:chgData name="Brennan Brown" userId="bcf6cc9e-21d7-4e63-b7dc-a8459bd698b0" providerId="ADAL" clId="{30F1509B-5785-4C08-8791-C8021B43727B}" dt="2026-02-17T21:54:37.535" v="235" actId="47"/>
        <pc:sldMkLst>
          <pc:docMk/>
          <pc:sldMk cId="1715282147" sldId="311"/>
        </pc:sldMkLst>
      </pc:sldChg>
      <pc:sldChg chg="del">
        <pc:chgData name="Brennan Brown" userId="bcf6cc9e-21d7-4e63-b7dc-a8459bd698b0" providerId="ADAL" clId="{30F1509B-5785-4C08-8791-C8021B43727B}" dt="2026-02-17T21:54:37.551" v="236" actId="47"/>
        <pc:sldMkLst>
          <pc:docMk/>
          <pc:sldMk cId="4044336376" sldId="312"/>
        </pc:sldMkLst>
      </pc:sldChg>
      <pc:sldChg chg="del">
        <pc:chgData name="Brennan Brown" userId="bcf6cc9e-21d7-4e63-b7dc-a8459bd698b0" providerId="ADAL" clId="{30F1509B-5785-4C08-8791-C8021B43727B}" dt="2026-02-17T21:54:37.583" v="237" actId="47"/>
        <pc:sldMkLst>
          <pc:docMk/>
          <pc:sldMk cId="2312520902" sldId="313"/>
        </pc:sldMkLst>
      </pc:sldChg>
      <pc:sldChg chg="del">
        <pc:chgData name="Brennan Brown" userId="bcf6cc9e-21d7-4e63-b7dc-a8459bd698b0" providerId="ADAL" clId="{30F1509B-5785-4C08-8791-C8021B43727B}" dt="2026-02-17T21:54:37.615" v="238" actId="47"/>
        <pc:sldMkLst>
          <pc:docMk/>
          <pc:sldMk cId="1560745388" sldId="314"/>
        </pc:sldMkLst>
      </pc:sldChg>
      <pc:sldChg chg="del">
        <pc:chgData name="Brennan Brown" userId="bcf6cc9e-21d7-4e63-b7dc-a8459bd698b0" providerId="ADAL" clId="{30F1509B-5785-4C08-8791-C8021B43727B}" dt="2026-02-17T21:54:37.651" v="239" actId="47"/>
        <pc:sldMkLst>
          <pc:docMk/>
          <pc:sldMk cId="3291379592" sldId="315"/>
        </pc:sldMkLst>
      </pc:sldChg>
      <pc:sldChg chg="del">
        <pc:chgData name="Brennan Brown" userId="bcf6cc9e-21d7-4e63-b7dc-a8459bd698b0" providerId="ADAL" clId="{30F1509B-5785-4C08-8791-C8021B43727B}" dt="2026-02-17T21:54:37.688" v="240" actId="47"/>
        <pc:sldMkLst>
          <pc:docMk/>
          <pc:sldMk cId="436388809" sldId="316"/>
        </pc:sldMkLst>
      </pc:sldChg>
      <pc:sldChg chg="del">
        <pc:chgData name="Brennan Brown" userId="bcf6cc9e-21d7-4e63-b7dc-a8459bd698b0" providerId="ADAL" clId="{30F1509B-5785-4C08-8791-C8021B43727B}" dt="2026-02-17T21:54:37.710" v="241" actId="47"/>
        <pc:sldMkLst>
          <pc:docMk/>
          <pc:sldMk cId="529273383" sldId="317"/>
        </pc:sldMkLst>
      </pc:sldChg>
      <pc:sldChg chg="del">
        <pc:chgData name="Brennan Brown" userId="bcf6cc9e-21d7-4e63-b7dc-a8459bd698b0" providerId="ADAL" clId="{30F1509B-5785-4C08-8791-C8021B43727B}" dt="2026-02-17T21:54:37.757" v="242" actId="47"/>
        <pc:sldMkLst>
          <pc:docMk/>
          <pc:sldMk cId="2403960704" sldId="318"/>
        </pc:sldMkLst>
      </pc:sldChg>
      <pc:sldChg chg="del">
        <pc:chgData name="Brennan Brown" userId="bcf6cc9e-21d7-4e63-b7dc-a8459bd698b0" providerId="ADAL" clId="{30F1509B-5785-4C08-8791-C8021B43727B}" dt="2026-02-17T21:54:37.773" v="243" actId="47"/>
        <pc:sldMkLst>
          <pc:docMk/>
          <pc:sldMk cId="3020753259" sldId="319"/>
        </pc:sldMkLst>
      </pc:sldChg>
      <pc:sldChg chg="del">
        <pc:chgData name="Brennan Brown" userId="bcf6cc9e-21d7-4e63-b7dc-a8459bd698b0" providerId="ADAL" clId="{30F1509B-5785-4C08-8791-C8021B43727B}" dt="2026-02-17T21:54:37.821" v="244" actId="47"/>
        <pc:sldMkLst>
          <pc:docMk/>
          <pc:sldMk cId="3219960672" sldId="320"/>
        </pc:sldMkLst>
      </pc:sldChg>
      <pc:sldChg chg="del">
        <pc:chgData name="Brennan Brown" userId="bcf6cc9e-21d7-4e63-b7dc-a8459bd698b0" providerId="ADAL" clId="{30F1509B-5785-4C08-8791-C8021B43727B}" dt="2026-02-17T21:54:37.852" v="245" actId="47"/>
        <pc:sldMkLst>
          <pc:docMk/>
          <pc:sldMk cId="2968089159" sldId="321"/>
        </pc:sldMkLst>
      </pc:sldChg>
      <pc:sldChg chg="del">
        <pc:chgData name="Brennan Brown" userId="bcf6cc9e-21d7-4e63-b7dc-a8459bd698b0" providerId="ADAL" clId="{30F1509B-5785-4C08-8791-C8021B43727B}" dt="2026-02-17T21:54:37.884" v="246" actId="47"/>
        <pc:sldMkLst>
          <pc:docMk/>
          <pc:sldMk cId="1137050292" sldId="322"/>
        </pc:sldMkLst>
      </pc:sldChg>
      <pc:sldChg chg="del">
        <pc:chgData name="Brennan Brown" userId="bcf6cc9e-21d7-4e63-b7dc-a8459bd698b0" providerId="ADAL" clId="{30F1509B-5785-4C08-8791-C8021B43727B}" dt="2026-02-17T21:54:37.916" v="247" actId="47"/>
        <pc:sldMkLst>
          <pc:docMk/>
          <pc:sldMk cId="2561322337" sldId="323"/>
        </pc:sldMkLst>
      </pc:sldChg>
      <pc:sldChg chg="del">
        <pc:chgData name="Brennan Brown" userId="bcf6cc9e-21d7-4e63-b7dc-a8459bd698b0" providerId="ADAL" clId="{30F1509B-5785-4C08-8791-C8021B43727B}" dt="2026-02-17T21:54:37.960" v="248" actId="47"/>
        <pc:sldMkLst>
          <pc:docMk/>
          <pc:sldMk cId="3574380979" sldId="324"/>
        </pc:sldMkLst>
      </pc:sldChg>
      <pc:sldChg chg="del">
        <pc:chgData name="Brennan Brown" userId="bcf6cc9e-21d7-4e63-b7dc-a8459bd698b0" providerId="ADAL" clId="{30F1509B-5785-4C08-8791-C8021B43727B}" dt="2026-02-17T21:54:37.980" v="249" actId="47"/>
        <pc:sldMkLst>
          <pc:docMk/>
          <pc:sldMk cId="1216309253" sldId="325"/>
        </pc:sldMkLst>
      </pc:sldChg>
      <pc:sldChg chg="del">
        <pc:chgData name="Brennan Brown" userId="bcf6cc9e-21d7-4e63-b7dc-a8459bd698b0" providerId="ADAL" clId="{30F1509B-5785-4C08-8791-C8021B43727B}" dt="2026-02-17T21:54:38.011" v="250" actId="47"/>
        <pc:sldMkLst>
          <pc:docMk/>
          <pc:sldMk cId="2644049616" sldId="326"/>
        </pc:sldMkLst>
      </pc:sldChg>
      <pc:sldChg chg="del">
        <pc:chgData name="Brennan Brown" userId="bcf6cc9e-21d7-4e63-b7dc-a8459bd698b0" providerId="ADAL" clId="{30F1509B-5785-4C08-8791-C8021B43727B}" dt="2026-02-17T21:54:38.043" v="251" actId="47"/>
        <pc:sldMkLst>
          <pc:docMk/>
          <pc:sldMk cId="344785647" sldId="327"/>
        </pc:sldMkLst>
      </pc:sldChg>
      <pc:sldChg chg="del">
        <pc:chgData name="Brennan Brown" userId="bcf6cc9e-21d7-4e63-b7dc-a8459bd698b0" providerId="ADAL" clId="{30F1509B-5785-4C08-8791-C8021B43727B}" dt="2026-02-17T21:54:38.074" v="252" actId="47"/>
        <pc:sldMkLst>
          <pc:docMk/>
          <pc:sldMk cId="889119033" sldId="328"/>
        </pc:sldMkLst>
      </pc:sldChg>
      <pc:sldChg chg="del">
        <pc:chgData name="Brennan Brown" userId="bcf6cc9e-21d7-4e63-b7dc-a8459bd698b0" providerId="ADAL" clId="{30F1509B-5785-4C08-8791-C8021B43727B}" dt="2026-02-17T21:54:38.121" v="253" actId="47"/>
        <pc:sldMkLst>
          <pc:docMk/>
          <pc:sldMk cId="3298993248" sldId="329"/>
        </pc:sldMkLst>
      </pc:sldChg>
      <pc:sldChg chg="del">
        <pc:chgData name="Brennan Brown" userId="bcf6cc9e-21d7-4e63-b7dc-a8459bd698b0" providerId="ADAL" clId="{30F1509B-5785-4C08-8791-C8021B43727B}" dt="2026-02-17T21:54:38.137" v="254" actId="47"/>
        <pc:sldMkLst>
          <pc:docMk/>
          <pc:sldMk cId="1622537214" sldId="330"/>
        </pc:sldMkLst>
      </pc:sldChg>
      <pc:sldChg chg="del">
        <pc:chgData name="Brennan Brown" userId="bcf6cc9e-21d7-4e63-b7dc-a8459bd698b0" providerId="ADAL" clId="{30F1509B-5785-4C08-8791-C8021B43727B}" dt="2026-02-17T21:54:38.179" v="255" actId="47"/>
        <pc:sldMkLst>
          <pc:docMk/>
          <pc:sldMk cId="466756247" sldId="331"/>
        </pc:sldMkLst>
      </pc:sldChg>
      <pc:sldChg chg="addSp delSp modSp new add del mod">
        <pc:chgData name="Brennan Brown" userId="bcf6cc9e-21d7-4e63-b7dc-a8459bd698b0" providerId="ADAL" clId="{30F1509B-5785-4C08-8791-C8021B43727B}" dt="2026-02-17T21:54:39.905" v="259" actId="47"/>
        <pc:sldMkLst>
          <pc:docMk/>
          <pc:sldMk cId="2330603204" sldId="332"/>
        </pc:sldMkLst>
        <pc:spChg chg="del">
          <ac:chgData name="Brennan Brown" userId="bcf6cc9e-21d7-4e63-b7dc-a8459bd698b0" providerId="ADAL" clId="{30F1509B-5785-4C08-8791-C8021B43727B}" dt="2026-02-17T21:53:50.207" v="182"/>
          <ac:spMkLst>
            <pc:docMk/>
            <pc:sldMk cId="2330603204" sldId="332"/>
            <ac:spMk id="2" creationId="{02591562-C3C8-E7E5-905B-34F586487BBD}"/>
          </ac:spMkLst>
        </pc:spChg>
        <pc:spChg chg="del mod">
          <ac:chgData name="Brennan Brown" userId="bcf6cc9e-21d7-4e63-b7dc-a8459bd698b0" providerId="ADAL" clId="{30F1509B-5785-4C08-8791-C8021B43727B}" dt="2026-02-17T21:54:09.536" v="184"/>
          <ac:spMkLst>
            <pc:docMk/>
            <pc:sldMk cId="2330603204" sldId="332"/>
            <ac:spMk id="3" creationId="{F7A92B9B-9C4B-02AF-AB38-72928838DB3B}"/>
          </ac:spMkLst>
        </pc:spChg>
        <pc:picChg chg="add mod">
          <ac:chgData name="Brennan Brown" userId="bcf6cc9e-21d7-4e63-b7dc-a8459bd698b0" providerId="ADAL" clId="{30F1509B-5785-4C08-8791-C8021B43727B}" dt="2026-02-17T21:53:50.207" v="182"/>
          <ac:picMkLst>
            <pc:docMk/>
            <pc:sldMk cId="2330603204" sldId="332"/>
            <ac:picMk id="4" creationId="{87C9A8C9-B11C-7176-26B9-41B52184FB23}"/>
          </ac:picMkLst>
        </pc:picChg>
        <pc:picChg chg="add mod">
          <ac:chgData name="Brennan Brown" userId="bcf6cc9e-21d7-4e63-b7dc-a8459bd698b0" providerId="ADAL" clId="{30F1509B-5785-4C08-8791-C8021B43727B}" dt="2026-02-17T21:54:09.536" v="184"/>
          <ac:picMkLst>
            <pc:docMk/>
            <pc:sldMk cId="2330603204" sldId="332"/>
            <ac:picMk id="5" creationId="{F21EFAA3-A3FA-3C58-96EA-AFEA1D94613B}"/>
          </ac:picMkLst>
        </pc:picChg>
      </pc:sldChg>
      <pc:sldChg chg="new">
        <pc:chgData name="Brennan Brown" userId="bcf6cc9e-21d7-4e63-b7dc-a8459bd698b0" providerId="ADAL" clId="{30F1509B-5785-4C08-8791-C8021B43727B}" dt="2026-02-17T21:54:41.910" v="260" actId="680"/>
        <pc:sldMkLst>
          <pc:docMk/>
          <pc:sldMk cId="309893376" sldId="333"/>
        </pc:sldMkLst>
      </pc:sldChg>
      <pc:sldMasterChg chg="modSldLayout">
        <pc:chgData name="Brennan Brown" userId="bcf6cc9e-21d7-4e63-b7dc-a8459bd698b0" providerId="ADAL" clId="{30F1509B-5785-4C08-8791-C8021B43727B}" dt="2026-02-17T21:52:38.893" v="179"/>
        <pc:sldMasterMkLst>
          <pc:docMk/>
          <pc:sldMasterMk cId="2719746289" sldId="2147483648"/>
        </pc:sldMasterMkLst>
        <pc:sldLayoutChg chg="addSp delSp modSp mod addAnim delAnim modAnim">
          <pc:chgData name="Brennan Brown" userId="bcf6cc9e-21d7-4e63-b7dc-a8459bd698b0" providerId="ADAL" clId="{30F1509B-5785-4C08-8791-C8021B43727B}" dt="2026-02-17T21:52:38.893" v="179"/>
          <pc:sldLayoutMkLst>
            <pc:docMk/>
            <pc:sldMasterMk cId="2719746289" sldId="2147483648"/>
            <pc:sldLayoutMk cId="1303124579" sldId="2147483660"/>
          </pc:sldLayoutMkLst>
          <pc:spChg chg="del">
            <ac:chgData name="Brennan Brown" userId="bcf6cc9e-21d7-4e63-b7dc-a8459bd698b0" providerId="ADAL" clId="{30F1509B-5785-4C08-8791-C8021B43727B}" dt="2026-02-17T21:46:12.043" v="154" actId="478"/>
            <ac:spMkLst>
              <pc:docMk/>
              <pc:sldMasterMk cId="2719746289" sldId="2147483648"/>
              <pc:sldLayoutMk cId="1303124579" sldId="2147483660"/>
              <ac:spMk id="2" creationId="{57C5BEC0-6C2C-0031-562F-773BCC1879C8}"/>
            </ac:spMkLst>
          </pc:spChg>
          <pc:spChg chg="add mod">
            <ac:chgData name="Brennan Brown" userId="bcf6cc9e-21d7-4e63-b7dc-a8459bd698b0" providerId="ADAL" clId="{30F1509B-5785-4C08-8791-C8021B43727B}" dt="2026-02-17T21:47:13.661" v="155"/>
            <ac:spMkLst>
              <pc:docMk/>
              <pc:sldMasterMk cId="2719746289" sldId="2147483648"/>
              <pc:sldLayoutMk cId="1303124579" sldId="2147483660"/>
              <ac:spMk id="6" creationId="{481FE094-D750-6BE4-37E5-6AAA654F3637}"/>
            </ac:spMkLst>
          </pc:spChg>
          <pc:spChg chg="add mod">
            <ac:chgData name="Brennan Brown" userId="bcf6cc9e-21d7-4e63-b7dc-a8459bd698b0" providerId="ADAL" clId="{30F1509B-5785-4C08-8791-C8021B43727B}" dt="2026-02-17T21:49:04.691" v="162" actId="1076"/>
            <ac:spMkLst>
              <pc:docMk/>
              <pc:sldMasterMk cId="2719746289" sldId="2147483648"/>
              <pc:sldLayoutMk cId="1303124579" sldId="2147483660"/>
              <ac:spMk id="7" creationId="{17A3E5A5-FC2A-79FE-2468-8A516CF99856}"/>
            </ac:spMkLst>
          </pc:spChg>
          <pc:spChg chg="add mod">
            <ac:chgData name="Brennan Brown" userId="bcf6cc9e-21d7-4e63-b7dc-a8459bd698b0" providerId="ADAL" clId="{30F1509B-5785-4C08-8791-C8021B43727B}" dt="2026-02-17T21:48:07.008" v="160" actId="14861"/>
            <ac:spMkLst>
              <pc:docMk/>
              <pc:sldMasterMk cId="2719746289" sldId="2147483648"/>
              <pc:sldLayoutMk cId="1303124579" sldId="2147483660"/>
              <ac:spMk id="8" creationId="{C5102D04-1677-0840-B1FF-57862D7A6A9B}"/>
            </ac:spMkLst>
          </pc:spChg>
          <pc:spChg chg="add del">
            <ac:chgData name="Brennan Brown" userId="bcf6cc9e-21d7-4e63-b7dc-a8459bd698b0" providerId="ADAL" clId="{30F1509B-5785-4C08-8791-C8021B43727B}" dt="2026-02-17T21:48:29.388" v="161" actId="11529"/>
            <ac:spMkLst>
              <pc:docMk/>
              <pc:sldMasterMk cId="2719746289" sldId="2147483648"/>
              <pc:sldLayoutMk cId="1303124579" sldId="2147483660"/>
              <ac:spMk id="9" creationId="{C6983335-0B6A-19C3-349B-A15AF7B338C3}"/>
            </ac:spMkLst>
          </pc:spChg>
          <pc:spChg chg="add mod">
            <ac:chgData name="Brennan Brown" userId="bcf6cc9e-21d7-4e63-b7dc-a8459bd698b0" providerId="ADAL" clId="{30F1509B-5785-4C08-8791-C8021B43727B}" dt="2026-02-17T21:48:29.388" v="161" actId="11529"/>
            <ac:spMkLst>
              <pc:docMk/>
              <pc:sldMasterMk cId="2719746289" sldId="2147483648"/>
              <pc:sldLayoutMk cId="1303124579" sldId="2147483660"/>
              <ac:spMk id="10" creationId="{14578564-A4C4-EA78-D47E-E92343EE0E03}"/>
            </ac:spMkLst>
          </pc:spChg>
          <pc:spChg chg="add del">
            <ac:chgData name="Brennan Brown" userId="bcf6cc9e-21d7-4e63-b7dc-a8459bd698b0" providerId="ADAL" clId="{30F1509B-5785-4C08-8791-C8021B43727B}" dt="2026-02-17T21:51:40.609" v="170" actId="11529"/>
            <ac:spMkLst>
              <pc:docMk/>
              <pc:sldMasterMk cId="2719746289" sldId="2147483648"/>
              <pc:sldLayoutMk cId="1303124579" sldId="2147483660"/>
              <ac:spMk id="11" creationId="{37971453-1399-6877-AE30-9053DEE132AD}"/>
            </ac:spMkLst>
          </pc:spChg>
          <pc:spChg chg="add mod">
            <ac:chgData name="Brennan Brown" userId="bcf6cc9e-21d7-4e63-b7dc-a8459bd698b0" providerId="ADAL" clId="{30F1509B-5785-4C08-8791-C8021B43727B}" dt="2026-02-17T21:51:40.609" v="170" actId="11529"/>
            <ac:spMkLst>
              <pc:docMk/>
              <pc:sldMasterMk cId="2719746289" sldId="2147483648"/>
              <pc:sldLayoutMk cId="1303124579" sldId="2147483660"/>
              <ac:spMk id="12" creationId="{E8A66693-428B-9B46-4C50-83EB3AE80C3E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81F45-C111-4723-9BD6-9CC6447CD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AE004-A489-430D-9165-3D7AFD637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B42F9-954A-4098-B780-AB78A33B2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3794-2CF2-4739-A59F-0464E61B5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7B0EE-82E8-4830-925C-1D8B0BABE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9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03F67-3C42-E25A-AA44-5B427B056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F314A-8DBA-7851-DCAF-E342F19BB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A27ED-849B-00B9-A1F8-C55EE4FB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5">
            <a:hlinkClick r:id="" action="ppaction://noaction">
              <a:snd r:embed="rId2" name="click.wav"/>
            </a:hlinkClick>
            <a:extLst>
              <a:ext uri="{FF2B5EF4-FFF2-40B4-BE49-F238E27FC236}">
                <a16:creationId xmlns:a16="http://schemas.microsoft.com/office/drawing/2014/main" id="{481FE094-D750-6BE4-37E5-6AAA654F3637}"/>
              </a:ext>
            </a:extLst>
          </p:cNvPr>
          <p:cNvSpPr/>
          <p:nvPr userDrawn="1"/>
        </p:nvSpPr>
        <p:spPr>
          <a:xfrm>
            <a:off x="1161541" y="3107948"/>
            <a:ext cx="1354348" cy="1354348"/>
          </a:xfrm>
          <a:prstGeom prst="ellipse">
            <a:avLst/>
          </a:prstGeom>
          <a:solidFill>
            <a:srgbClr val="67D331"/>
          </a:solidFill>
          <a:effectLst>
            <a:glow rad="101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Click for question</a:t>
            </a:r>
          </a:p>
        </p:txBody>
      </p:sp>
      <p:sp>
        <p:nvSpPr>
          <p:cNvPr id="7" name="Oval 6">
            <a:hlinkClick r:id="" action="ppaction://noaction">
              <a:snd r:embed="rId2" name="click.wav"/>
            </a:hlinkClick>
            <a:extLst>
              <a:ext uri="{FF2B5EF4-FFF2-40B4-BE49-F238E27FC236}">
                <a16:creationId xmlns:a16="http://schemas.microsoft.com/office/drawing/2014/main" id="{17A3E5A5-FC2A-79FE-2468-8A516CF99856}"/>
              </a:ext>
            </a:extLst>
          </p:cNvPr>
          <p:cNvSpPr/>
          <p:nvPr userDrawn="1"/>
        </p:nvSpPr>
        <p:spPr>
          <a:xfrm>
            <a:off x="1056007" y="3026796"/>
            <a:ext cx="1565413" cy="1516652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for Answer!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102D04-1677-0840-B1FF-57862D7A6A9B}"/>
              </a:ext>
            </a:extLst>
          </p:cNvPr>
          <p:cNvSpPr/>
          <p:nvPr userDrawn="1"/>
        </p:nvSpPr>
        <p:spPr>
          <a:xfrm>
            <a:off x="2866292" y="2901495"/>
            <a:ext cx="7552593" cy="1767254"/>
          </a:xfrm>
          <a:prstGeom prst="rect">
            <a:avLst/>
          </a:prstGeom>
          <a:solidFill>
            <a:schemeClr val="bg1"/>
          </a:solidFill>
          <a:ln w="19050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14578564-A4C4-EA78-D47E-E92343EE0E03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270250" y="3108325"/>
            <a:ext cx="6726238" cy="1354138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Online Image Placeholder 11">
            <a:extLst>
              <a:ext uri="{FF2B5EF4-FFF2-40B4-BE49-F238E27FC236}">
                <a16:creationId xmlns:a16="http://schemas.microsoft.com/office/drawing/2014/main" id="{E8A66693-428B-9B46-4C50-83EB3AE80C3E}"/>
              </a:ext>
            </a:extLst>
          </p:cNvPr>
          <p:cNvSpPr>
            <a:spLocks noGrp="1"/>
          </p:cNvSpPr>
          <p:nvPr>
            <p:ph type="clipArt" sz="quarter" idx="14"/>
          </p:nvPr>
        </p:nvSpPr>
        <p:spPr>
          <a:xfrm>
            <a:off x="3130550" y="3027363"/>
            <a:ext cx="7104063" cy="15160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2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xit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animEffect transition="out" filter="wipe(left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xit" presetSubtype="2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animEffect transition="out" filter="wipe(righ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/>
      <p:bldP spid="10" grpId="1"/>
      <p:bldP spid="12" grpId="0"/>
      <p:bldP spid="12" grpId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F5C9-098F-464F-888D-058DF8A7C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24E5D-D9F9-4476-BB90-0E4005837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FA8C2-EC22-4F17-9C35-124D2681F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9EE08-81CD-4DB2-88F3-A09D9287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F2CCC-2879-47C9-81CD-12938477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48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4F540-3E9F-4C87-8841-8AF1591D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83DCF-821D-4117-9065-E566B6FC2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AFFA0-E70C-4C71-863A-2C37AD855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EB62F-14AA-4134-89B8-AC97B925D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55C17-3C59-44F5-B6C6-1D714D429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8AF8C-E81B-46DD-9860-71C737A7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B607-BB2E-4C40-A7B8-968FCAF25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E10C7-A13F-4E19-A754-63D8CFAF8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82350-9119-46A7-8FCB-8DF61913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32792-3CCA-4F78-A2FB-38624DD60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4C9E5-DC08-421E-8ADD-EB6BB6A18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90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76022-FB8D-4AC6-96D8-68798F28B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3891E-8C7B-4605-806E-FEF501128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C4E87-3971-4E38-9938-271C3B842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D63903-2FAE-47C2-A523-2BB65C7D9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05EC87-B223-4034-93F4-AD88E8BCC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BEEE65-8FBB-4C7F-8D3C-8CD0D694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894DE-2868-4E8B-826E-362181916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A787A4-0011-47DD-A6CF-BE64E46E6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9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F6092-0837-4FBC-99AF-E3DC0E75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AC970C-713A-45A8-B8B0-FA2312E54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77AA2-D9C6-4811-874F-013FFDB36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C7F07-6622-4068-B6A0-47AD5CC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470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27DD7A-35FD-4374-8631-FFA5E125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CAD15-EA38-42C9-9F11-CDB7DDBA3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030A8-FBDF-47AF-819D-2F006685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6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F68E-F5B2-421B-A02C-D7D87542B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EDD4C-9ED6-4238-A516-E584D502D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8C6F1-AAB9-4723-99F8-CFBA073A7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C6B83-F23B-4AEC-9CCB-BEC01613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D1C9D-67F8-4160-A6B6-1C5BBC968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76209-E739-4BB1-81B0-679D756F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4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C6B47-AF45-444E-B166-14B26BD2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6EE360-D9DA-4021-A440-3B58CF319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FAB69-2536-4242-A051-49BED868E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5A149-D834-43FC-BC9A-202687E2D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AEC10-F8A1-4167-A1E1-DDF70C091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FAFD7-8C5E-4241-ADDF-33CB8DE03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659B-6963-492D-8016-EE3381971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4584C3-06E8-41AE-95D1-E3BD088AA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CC6B3-6450-4C26-8B73-0CFCD3DFE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8CFCF-8A5A-43F3-A1E1-3069AA971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F8B1E-962A-4D78-978E-A512A0E9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D0FA23-1206-4DF2-8AA8-0999EAF801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82FB8-7E82-4ECC-B1F4-A747F1BEB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F2896-FDAC-4D0A-9161-CF53F980F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43B7F-83F0-4671-8918-80CDEE28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742F1-0E5D-42FE-AFA0-A4F5B15D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2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/>
            </a:gs>
            <a:gs pos="17000">
              <a:schemeClr val="bg2"/>
            </a:gs>
            <a:gs pos="100000">
              <a:srgbClr val="E9AC7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8127F7-706A-41F7-B6D3-F97583130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05D06-5E85-4188-850E-3A613DA99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CA9CD-3B33-488C-AA77-1217C5510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D2A87-6945-4F7F-BC28-50F904806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BAD95-2F7B-4D3A-8EAD-049740739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70ADC1-1184-4B0D-B984-E64BB44D42B3}"/>
              </a:ext>
            </a:extLst>
          </p:cNvPr>
          <p:cNvSpPr/>
          <p:nvPr userDrawn="1"/>
        </p:nvSpPr>
        <p:spPr>
          <a:xfrm>
            <a:off x="0" y="241300"/>
            <a:ext cx="12192000" cy="540657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  <a:effectLst>
            <a:outerShdw blurRad="381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0210908-D1A4-469C-8292-0886562935B1}"/>
              </a:ext>
            </a:extLst>
          </p:cNvPr>
          <p:cNvGrpSpPr/>
          <p:nvPr userDrawn="1"/>
        </p:nvGrpSpPr>
        <p:grpSpPr>
          <a:xfrm>
            <a:off x="10350726" y="241300"/>
            <a:ext cx="1649652" cy="2416181"/>
            <a:chOff x="5373448" y="635000"/>
            <a:chExt cx="1649652" cy="2416181"/>
          </a:xfrm>
          <a:gradFill>
            <a:gsLst>
              <a:gs pos="0">
                <a:schemeClr val="bg1">
                  <a:lumMod val="75000"/>
                </a:schemeClr>
              </a:gs>
              <a:gs pos="100000">
                <a:srgbClr val="7030A0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9C990E-EC9F-4C37-876B-29D97F490ABC}"/>
                </a:ext>
              </a:extLst>
            </p:cNvPr>
            <p:cNvSpPr/>
            <p:nvPr/>
          </p:nvSpPr>
          <p:spPr>
            <a:xfrm>
              <a:off x="5391150" y="635000"/>
              <a:ext cx="1631950" cy="2006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23A921F5-2FA3-45CC-9E4D-7AFBF04D7E0C}"/>
                </a:ext>
              </a:extLst>
            </p:cNvPr>
            <p:cNvSpPr/>
            <p:nvPr/>
          </p:nvSpPr>
          <p:spPr>
            <a:xfrm rot="2914181">
              <a:off x="5425147" y="2180320"/>
              <a:ext cx="819162" cy="922559"/>
            </a:xfrm>
            <a:prstGeom prst="teardrop">
              <a:avLst>
                <a:gd name="adj" fmla="val 1853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38720D9-4231-4286-8579-1F1C80EB058E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69318" y="482600"/>
            <a:ext cx="1812469" cy="1765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974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ani" panose="02040502050405020303" pitchFamily="18" charset="0"/>
          <a:ea typeface="+mj-ea"/>
          <a:cs typeface="Vani" panose="02040502050405020303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ani" panose="02040502050405020303" pitchFamily="18" charset="0"/>
          <a:ea typeface="+mn-ea"/>
          <a:cs typeface="Vani" panose="02040502050405020303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ani" panose="02040502050405020303" pitchFamily="18" charset="0"/>
          <a:ea typeface="+mn-ea"/>
          <a:cs typeface="Vani" panose="02040502050405020303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ani" panose="02040502050405020303" pitchFamily="18" charset="0"/>
          <a:ea typeface="+mn-ea"/>
          <a:cs typeface="Vani" panose="02040502050405020303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ani" panose="02040502050405020303" pitchFamily="18" charset="0"/>
          <a:ea typeface="+mn-ea"/>
          <a:cs typeface="Vani" panose="02040502050405020303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ani" panose="02040502050405020303" pitchFamily="18" charset="0"/>
          <a:ea typeface="+mn-ea"/>
          <a:cs typeface="Vani" panose="02040502050405020303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audio" Target="../media/audio1.wav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5EEEC53-C048-4DEB-A594-C8D44E0D0532}"/>
              </a:ext>
            </a:extLst>
          </p:cNvPr>
          <p:cNvSpPr/>
          <p:nvPr/>
        </p:nvSpPr>
        <p:spPr>
          <a:xfrm>
            <a:off x="0" y="241300"/>
            <a:ext cx="12192000" cy="54065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381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061987-1F96-4BB7-BB24-5F47AD50BE52}"/>
              </a:ext>
            </a:extLst>
          </p:cNvPr>
          <p:cNvGrpSpPr/>
          <p:nvPr/>
        </p:nvGrpSpPr>
        <p:grpSpPr>
          <a:xfrm>
            <a:off x="10350726" y="241300"/>
            <a:ext cx="1649652" cy="2416181"/>
            <a:chOff x="5373448" y="635000"/>
            <a:chExt cx="1649652" cy="2416181"/>
          </a:xfrm>
          <a:gradFill>
            <a:gsLst>
              <a:gs pos="0">
                <a:schemeClr val="bg1">
                  <a:lumMod val="75000"/>
                </a:schemeClr>
              </a:gs>
              <a:gs pos="100000">
                <a:srgbClr val="7030A0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6D19CB8-4E8E-4175-9CB0-595A3B4AE65A}"/>
                </a:ext>
              </a:extLst>
            </p:cNvPr>
            <p:cNvSpPr/>
            <p:nvPr/>
          </p:nvSpPr>
          <p:spPr>
            <a:xfrm>
              <a:off x="5391150" y="635000"/>
              <a:ext cx="1631950" cy="2006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9" name="Teardrop 18">
              <a:extLst>
                <a:ext uri="{FF2B5EF4-FFF2-40B4-BE49-F238E27FC236}">
                  <a16:creationId xmlns:a16="http://schemas.microsoft.com/office/drawing/2014/main" id="{0F032127-E8E0-4180-88F7-DD592594288D}"/>
                </a:ext>
              </a:extLst>
            </p:cNvPr>
            <p:cNvSpPr/>
            <p:nvPr/>
          </p:nvSpPr>
          <p:spPr>
            <a:xfrm rot="2914181">
              <a:off x="5425147" y="2180320"/>
              <a:ext cx="819162" cy="922559"/>
            </a:xfrm>
            <a:prstGeom prst="teardrop">
              <a:avLst>
                <a:gd name="adj" fmla="val 1853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8DDC8ED-71A7-4AAD-A4CF-BB1EF60EF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318" y="482600"/>
            <a:ext cx="1812469" cy="1765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DF86DAD-EA74-F2C0-5109-068369126ACB}"/>
              </a:ext>
            </a:extLst>
          </p:cNvPr>
          <p:cNvSpPr/>
          <p:nvPr/>
        </p:nvSpPr>
        <p:spPr>
          <a:xfrm>
            <a:off x="2820837" y="2860221"/>
            <a:ext cx="6392174" cy="1849802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22B016-4831-3A2D-8418-9EDE4F4AB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67" y="3282003"/>
            <a:ext cx="6263114" cy="11660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482453-C269-A781-A91B-9E5EDAD44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2700" y="3026796"/>
            <a:ext cx="3988448" cy="1516652"/>
          </a:xfrm>
          <a:prstGeom prst="rect">
            <a:avLst/>
          </a:prstGeom>
        </p:spPr>
      </p:pic>
      <p:sp>
        <p:nvSpPr>
          <p:cNvPr id="6" name="Oval 5">
            <a:hlinkClick r:id="" action="ppaction://noaction">
              <a:snd r:embed="rId6" name="click.wav"/>
            </a:hlinkClick>
            <a:extLst>
              <a:ext uri="{FF2B5EF4-FFF2-40B4-BE49-F238E27FC236}">
                <a16:creationId xmlns:a16="http://schemas.microsoft.com/office/drawing/2014/main" id="{D02F48F9-2138-3386-108D-3CDCAA096EFE}"/>
              </a:ext>
            </a:extLst>
          </p:cNvPr>
          <p:cNvSpPr/>
          <p:nvPr/>
        </p:nvSpPr>
        <p:spPr>
          <a:xfrm>
            <a:off x="1161541" y="3107948"/>
            <a:ext cx="1354348" cy="1354348"/>
          </a:xfrm>
          <a:prstGeom prst="ellipse">
            <a:avLst/>
          </a:prstGeom>
          <a:solidFill>
            <a:srgbClr val="67D331"/>
          </a:solidFill>
          <a:effectLst>
            <a:glow rad="101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Click for question</a:t>
            </a:r>
          </a:p>
        </p:txBody>
      </p:sp>
      <p:sp>
        <p:nvSpPr>
          <p:cNvPr id="4" name="Oval 3">
            <a:hlinkClick r:id="" action="ppaction://noaction">
              <a:snd r:embed="rId6" name="click.wav"/>
            </a:hlinkClick>
            <a:extLst>
              <a:ext uri="{FF2B5EF4-FFF2-40B4-BE49-F238E27FC236}">
                <a16:creationId xmlns:a16="http://schemas.microsoft.com/office/drawing/2014/main" id="{1E49825A-CD6F-BDE5-A498-25C8CE493457}"/>
              </a:ext>
            </a:extLst>
          </p:cNvPr>
          <p:cNvSpPr/>
          <p:nvPr/>
        </p:nvSpPr>
        <p:spPr>
          <a:xfrm>
            <a:off x="1056008" y="3026796"/>
            <a:ext cx="1565413" cy="1516652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for Answer!</a:t>
            </a:r>
          </a:p>
        </p:txBody>
      </p:sp>
    </p:spTree>
    <p:extLst>
      <p:ext uri="{BB962C8B-B14F-4D97-AF65-F5344CB8AC3E}">
        <p14:creationId xmlns:p14="http://schemas.microsoft.com/office/powerpoint/2010/main" val="45350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Image Placeholder 3">
            <a:extLst>
              <a:ext uri="{FF2B5EF4-FFF2-40B4-BE49-F238E27FC236}">
                <a16:creationId xmlns:a16="http://schemas.microsoft.com/office/drawing/2014/main" id="{87C9A8C9-B11C-7176-26B9-41B52184FB23}"/>
              </a:ext>
            </a:extLst>
          </p:cNvPr>
          <p:cNvPicPr>
            <a:picLocks noGrp="1" noChangeAspect="1"/>
          </p:cNvPicPr>
          <p:nvPr>
            <p:ph type="clipArt" sz="quarter" idx="13"/>
          </p:nvPr>
        </p:nvPicPr>
        <p:blipFill>
          <a:blip r:embed="rId2"/>
          <a:stretch>
            <a:fillRect/>
          </a:stretch>
        </p:blipFill>
        <p:spPr>
          <a:xfrm>
            <a:off x="5100731" y="3108325"/>
            <a:ext cx="3065276" cy="1354138"/>
          </a:xfrm>
          <a:prstGeom prst="rect">
            <a:avLst/>
          </a:prstGeom>
        </p:spPr>
      </p:pic>
      <p:pic>
        <p:nvPicPr>
          <p:cNvPr id="5" name="Online Image Placeholder 4">
            <a:extLst>
              <a:ext uri="{FF2B5EF4-FFF2-40B4-BE49-F238E27FC236}">
                <a16:creationId xmlns:a16="http://schemas.microsoft.com/office/drawing/2014/main" id="{F21EFAA3-A3FA-3C58-96EA-AFEA1D94613B}"/>
              </a:ext>
            </a:extLst>
          </p:cNvPr>
          <p:cNvPicPr>
            <a:picLocks noGrp="1" noChangeAspect="1"/>
          </p:cNvPicPr>
          <p:nvPr>
            <p:ph type="clipArt" sz="quarter" idx="14"/>
          </p:nvPr>
        </p:nvPicPr>
        <p:blipFill>
          <a:blip r:embed="rId3"/>
          <a:stretch>
            <a:fillRect/>
          </a:stretch>
        </p:blipFill>
        <p:spPr>
          <a:xfrm>
            <a:off x="3790753" y="3027363"/>
            <a:ext cx="5685232" cy="151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0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nline Image Placeholder 1">
            <a:extLst>
              <a:ext uri="{FF2B5EF4-FFF2-40B4-BE49-F238E27FC236}">
                <a16:creationId xmlns:a16="http://schemas.microsoft.com/office/drawing/2014/main" id="{6DAAE1D4-0CF2-4B2B-5957-14FB48180C0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</p:sp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60F26EA3-04E8-C3B7-EA6A-24A036BCD4D7}"/>
              </a:ext>
            </a:extLst>
          </p:cNvPr>
          <p:cNvSpPr>
            <a:spLocks noGrp="1"/>
          </p:cNvSpPr>
          <p:nvPr>
            <p:ph type="clipArt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09893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655FE2F-4A59-4724-9E1C-FAC1B10E9CC8}" vid="{71390CD3-DB24-4D75-9A2E-AE85E623A54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DE173DEE5FA4409427B6DD60E9E18A" ma:contentTypeVersion="40" ma:contentTypeDescription="Create a new document." ma:contentTypeScope="" ma:versionID="8e09ee661073453ed301d959e05e6860">
  <xsd:schema xmlns:xsd="http://www.w3.org/2001/XMLSchema" xmlns:xs="http://www.w3.org/2001/XMLSchema" xmlns:p="http://schemas.microsoft.com/office/2006/metadata/properties" xmlns:ns3="1249b8ab-053a-46ef-b7db-624f618d251b" xmlns:ns4="4e17a40a-5bfb-4d5d-ba7a-b13b27714cc9" targetNamespace="http://schemas.microsoft.com/office/2006/metadata/properties" ma:root="true" ma:fieldsID="a2e829b03135532103c0273f9284cc40" ns3:_="" ns4:_="">
    <xsd:import namespace="1249b8ab-053a-46ef-b7db-624f618d251b"/>
    <xsd:import namespace="4e17a40a-5bfb-4d5d-ba7a-b13b27714cc9"/>
    <xsd:element name="properties">
      <xsd:complexType>
        <xsd:sequence>
          <xsd:element name="documentManagement">
            <xsd:complexType>
              <xsd:all>
                <xsd:element ref="ns3:NotebookType" minOccurs="0"/>
                <xsd:element ref="ns3:FolderType" minOccurs="0"/>
                <xsd:element ref="ns3:Owner" minOccurs="0"/>
                <xsd:element ref="ns3:DefaultSectionNames" minOccurs="0"/>
                <xsd:element ref="ns3:Templates" minOccurs="0"/>
                <xsd:element ref="ns3:CultureName" minOccurs="0"/>
                <xsd:element ref="ns3:AppVersion" minOccurs="0"/>
                <xsd:element ref="ns3:Teachers" minOccurs="0"/>
                <xsd:element ref="ns3:Students" minOccurs="0"/>
                <xsd:element ref="ns3:Student_Group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TeamsChannelId" minOccurs="0"/>
                <xsd:element ref="ns3:IsNotebookLocked" minOccurs="0"/>
                <xsd:element ref="ns3:Math_Settings" minOccurs="0"/>
                <xsd:element ref="ns3:Distribution_Groups" minOccurs="0"/>
                <xsd:element ref="ns3:LMS_Mappings" minOccurs="0"/>
                <xsd:element ref="ns3:MediaServiceAutoKeyPoints" minOccurs="0"/>
                <xsd:element ref="ns3:MediaServiceKeyPoints" minOccurs="0"/>
                <xsd:element ref="ns3:Teams_Channel_Section_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49b8ab-053a-46ef-b7db-624f618d251b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Owner" ma:index="10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1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2" nillable="true" ma:displayName="Templates" ma:internalName="Templates">
      <xsd:simpleType>
        <xsd:restriction base="dms:Note">
          <xsd:maxLength value="255"/>
        </xsd:restriction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chers" ma:index="15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6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7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18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19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0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1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2" nillable="true" ma:displayName="Is Collaboration Space Locked" ma:internalName="Is_Collaboration_Space_Locked">
      <xsd:simpleType>
        <xsd:restriction base="dms:Boolean"/>
      </xsd:simpleType>
    </xsd:element>
    <xsd:element name="MediaServiceMetadata" ma:index="26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7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28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29" nillable="true" ma:displayName="MediaServiceAutoTags" ma:internalName="MediaServiceAutoTags" ma:readOnly="true">
      <xsd:simpleType>
        <xsd:restriction base="dms:Text"/>
      </xsd:simpleType>
    </xsd:element>
    <xsd:element name="MediaServiceLocation" ma:index="30" nillable="true" ma:displayName="MediaServiceLocation" ma:internalName="MediaServiceLocation" ma:readOnly="true">
      <xsd:simpleType>
        <xsd:restriction base="dms:Text"/>
      </xsd:simpleType>
    </xsd:element>
    <xsd:element name="TeamsChannelId" ma:index="31" nillable="true" ma:displayName="Teams Channel Id" ma:internalName="TeamsChannelId">
      <xsd:simpleType>
        <xsd:restriction base="dms:Text"/>
      </xsd:simpleType>
    </xsd:element>
    <xsd:element name="IsNotebookLocked" ma:index="32" nillable="true" ma:displayName="Is Notebook Locked" ma:internalName="IsNotebookLocked">
      <xsd:simpleType>
        <xsd:restriction base="dms:Boolean"/>
      </xsd:simpleType>
    </xsd:element>
    <xsd:element name="Math_Settings" ma:index="33" nillable="true" ma:displayName="Math Settings" ma:internalName="Math_Settings">
      <xsd:simpleType>
        <xsd:restriction base="dms:Text"/>
      </xsd:simpleType>
    </xsd:element>
    <xsd:element name="Distribution_Groups" ma:index="34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5" nillable="true" ma:displayName="LMS Mappings" ma:internalName="LMS_Mappings">
      <xsd:simpleType>
        <xsd:restriction base="dms:Note">
          <xsd:maxLength value="255"/>
        </xsd:restriction>
      </xsd:simpleType>
    </xsd:element>
    <xsd:element name="MediaServiceAutoKeyPoints" ma:index="3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Teams_Channel_Section_Location" ma:index="38" nillable="true" ma:displayName="Teams Channel Section Location" ma:internalName="Teams_Channel_Section_Location">
      <xsd:simpleType>
        <xsd:restriction base="dms:Text"/>
      </xsd:simpleType>
    </xsd:element>
    <xsd:element name="MediaServiceGenerationTime" ma:index="3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4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4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43" nillable="true" ma:displayName="_activity" ma:hidden="true" ma:internalName="_activity">
      <xsd:simpleType>
        <xsd:restriction base="dms:Note"/>
      </xsd:simpleType>
    </xsd:element>
    <xsd:element name="MediaServiceObjectDetectorVersions" ma:index="4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4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17a40a-5bfb-4d5d-ba7a-b13b27714cc9" elementFormDefault="qualified">
    <xsd:import namespace="http://schemas.microsoft.com/office/2006/documentManagement/types"/>
    <xsd:import namespace="http://schemas.microsoft.com/office/infopath/2007/PartnerControls"/>
    <xsd:element name="SharedWithUsers" ma:index="23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5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ltureName xmlns="1249b8ab-053a-46ef-b7db-624f618d251b" xsi:nil="true"/>
    <Students xmlns="1249b8ab-053a-46ef-b7db-624f618d251b">
      <UserInfo>
        <DisplayName/>
        <AccountId xsi:nil="true"/>
        <AccountType/>
      </UserInfo>
    </Students>
    <Invited_Students xmlns="1249b8ab-053a-46ef-b7db-624f618d251b" xsi:nil="true"/>
    <Templates xmlns="1249b8ab-053a-46ef-b7db-624f618d251b" xsi:nil="true"/>
    <Teachers xmlns="1249b8ab-053a-46ef-b7db-624f618d251b">
      <UserInfo>
        <DisplayName/>
        <AccountId xsi:nil="true"/>
        <AccountType/>
      </UserInfo>
    </Teachers>
    <Student_Groups xmlns="1249b8ab-053a-46ef-b7db-624f618d251b">
      <UserInfo>
        <DisplayName/>
        <AccountId xsi:nil="true"/>
        <AccountType/>
      </UserInfo>
    </Student_Groups>
    <Distribution_Groups xmlns="1249b8ab-053a-46ef-b7db-624f618d251b" xsi:nil="true"/>
    <LMS_Mappings xmlns="1249b8ab-053a-46ef-b7db-624f618d251b" xsi:nil="true"/>
    <Is_Collaboration_Space_Locked xmlns="1249b8ab-053a-46ef-b7db-624f618d251b" xsi:nil="true"/>
    <Teams_Channel_Section_Location xmlns="1249b8ab-053a-46ef-b7db-624f618d251b" xsi:nil="true"/>
    <Has_Teacher_Only_SectionGroup xmlns="1249b8ab-053a-46ef-b7db-624f618d251b" xsi:nil="true"/>
    <Math_Settings xmlns="1249b8ab-053a-46ef-b7db-624f618d251b" xsi:nil="true"/>
    <Owner xmlns="1249b8ab-053a-46ef-b7db-624f618d251b">
      <UserInfo>
        <DisplayName/>
        <AccountId xsi:nil="true"/>
        <AccountType/>
      </UserInfo>
    </Owner>
    <Invited_Teachers xmlns="1249b8ab-053a-46ef-b7db-624f618d251b" xsi:nil="true"/>
    <DefaultSectionNames xmlns="1249b8ab-053a-46ef-b7db-624f618d251b" xsi:nil="true"/>
    <NotebookType xmlns="1249b8ab-053a-46ef-b7db-624f618d251b" xsi:nil="true"/>
    <FolderType xmlns="1249b8ab-053a-46ef-b7db-624f618d251b" xsi:nil="true"/>
    <AppVersion xmlns="1249b8ab-053a-46ef-b7db-624f618d251b" xsi:nil="true"/>
    <TeamsChannelId xmlns="1249b8ab-053a-46ef-b7db-624f618d251b" xsi:nil="true"/>
    <Self_Registration_Enabled xmlns="1249b8ab-053a-46ef-b7db-624f618d251b" xsi:nil="true"/>
    <IsNotebookLocked xmlns="1249b8ab-053a-46ef-b7db-624f618d251b" xsi:nil="true"/>
    <_activity xmlns="1249b8ab-053a-46ef-b7db-624f618d251b" xsi:nil="true"/>
  </documentManagement>
</p:properties>
</file>

<file path=customXml/itemProps1.xml><?xml version="1.0" encoding="utf-8"?>
<ds:datastoreItem xmlns:ds="http://schemas.openxmlformats.org/officeDocument/2006/customXml" ds:itemID="{0C6E3EE3-9DF2-4466-830C-F249E8CF18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636AECF-FAF9-4670-9EFF-3BE486CA12B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1249b8ab-053a-46ef-b7db-624f618d251b"/>
    <ds:schemaRef ds:uri="4e17a40a-5bfb-4d5d-ba7a-b13b27714cc9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8B38406-C1FA-47F6-9170-0E159FE9BD48}">
  <ds:schemaRefs>
    <ds:schemaRef ds:uri="http://schemas.microsoft.com/office/2006/metadata/properties"/>
    <ds:schemaRef ds:uri="http://www.w3.org/2000/xmlns/"/>
    <ds:schemaRef ds:uri="1249b8ab-053a-46ef-b7db-624f618d251b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base presentation peach</Template>
  <TotalTime>37</TotalTime>
  <Words>7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Vani</vt:lpstr>
      <vt:lpstr>Office Theme</vt:lpstr>
      <vt:lpstr>PowerPoint Presentation</vt:lpstr>
      <vt:lpstr>PowerPoint Presentation</vt:lpstr>
      <vt:lpstr>PowerPoint Presentation</vt:lpstr>
    </vt:vector>
  </TitlesOfParts>
  <Company>Sandhills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Brennan Brown</dc:creator>
  <cp:lastModifiedBy>Brennan Brown</cp:lastModifiedBy>
  <cp:revision>1</cp:revision>
  <dcterms:created xsi:type="dcterms:W3CDTF">2026-02-17T19:25:44Z</dcterms:created>
  <dcterms:modified xsi:type="dcterms:W3CDTF">2026-02-17T21:54:42Z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0x010100D3DE173DEE5FA4409427B6DD60E9E18A</vt:lpwstr>
  </property>
</Properties>
</file>