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335" r:id="rId5"/>
    <p:sldId id="260" r:id="rId6"/>
    <p:sldId id="332" r:id="rId7"/>
    <p:sldId id="333" r:id="rId8"/>
    <p:sldId id="33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7D331"/>
    <a:srgbClr val="E9AC7F"/>
    <a:srgbClr val="F1D2A9"/>
    <a:srgbClr val="E78989"/>
    <a:srgbClr val="0066FF"/>
    <a:srgbClr val="0000FF"/>
    <a:srgbClr val="CEDC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0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nnan Brown" userId="bcf6cc9e-21d7-4e63-b7dc-a8459bd698b0" providerId="ADAL" clId="{30F1509B-5785-4C08-8791-C8021B43727B}"/>
    <pc:docChg chg="addSld modSld sldOrd">
      <pc:chgData name="Brennan Brown" userId="bcf6cc9e-21d7-4e63-b7dc-a8459bd698b0" providerId="ADAL" clId="{30F1509B-5785-4C08-8791-C8021B43727B}" dt="2026-02-17T22:10:08.029" v="3"/>
      <pc:docMkLst>
        <pc:docMk/>
      </pc:docMkLst>
      <pc:sldChg chg="new">
        <pc:chgData name="Brennan Brown" userId="bcf6cc9e-21d7-4e63-b7dc-a8459bd698b0" providerId="ADAL" clId="{30F1509B-5785-4C08-8791-C8021B43727B}" dt="2026-02-17T22:03:10.382" v="0" actId="680"/>
        <pc:sldMkLst>
          <pc:docMk/>
          <pc:sldMk cId="3797059458" sldId="334"/>
        </pc:sldMkLst>
      </pc:sldChg>
      <pc:sldChg chg="new ord">
        <pc:chgData name="Brennan Brown" userId="bcf6cc9e-21d7-4e63-b7dc-a8459bd698b0" providerId="ADAL" clId="{30F1509B-5785-4C08-8791-C8021B43727B}" dt="2026-02-17T22:10:08.029" v="3"/>
        <pc:sldMkLst>
          <pc:docMk/>
          <pc:sldMk cId="1713987108" sldId="33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81F45-C111-4723-9BD6-9CC6447CD0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FAE004-A489-430D-9165-3D7AFD637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B42F9-954A-4098-B780-AB78A33B2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4762-DFFB-4EBE-8655-EB0D0E44861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C3794-2CF2-4739-A59F-0464E61B5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7B0EE-82E8-4830-925C-1D8B0BABE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B0EB1-831C-4439-A09B-221EC3790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59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and Answ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B03F67-3C42-E25A-AA44-5B427B056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4762-DFFB-4EBE-8655-EB0D0E44861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CF314A-8DBA-7851-DCAF-E342F19BB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8A27ED-849B-00B9-A1F8-C55EE4FB5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B0EB1-831C-4439-A09B-221EC37904F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Oval 5">
            <a:hlinkClick r:id="" action="ppaction://noaction">
              <a:snd r:embed="rId2" name="click.wav"/>
            </a:hlinkClick>
            <a:extLst>
              <a:ext uri="{FF2B5EF4-FFF2-40B4-BE49-F238E27FC236}">
                <a16:creationId xmlns:a16="http://schemas.microsoft.com/office/drawing/2014/main" id="{481FE094-D750-6BE4-37E5-6AAA654F3637}"/>
              </a:ext>
            </a:extLst>
          </p:cNvPr>
          <p:cNvSpPr/>
          <p:nvPr userDrawn="1"/>
        </p:nvSpPr>
        <p:spPr>
          <a:xfrm>
            <a:off x="1161541" y="3107948"/>
            <a:ext cx="1354348" cy="1354348"/>
          </a:xfrm>
          <a:prstGeom prst="ellipse">
            <a:avLst/>
          </a:prstGeom>
          <a:solidFill>
            <a:srgbClr val="67D331"/>
          </a:solidFill>
          <a:effectLst>
            <a:glow rad="101600">
              <a:schemeClr val="accent6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Click for question</a:t>
            </a:r>
          </a:p>
        </p:txBody>
      </p:sp>
      <p:sp>
        <p:nvSpPr>
          <p:cNvPr id="7" name="Oval 6">
            <a:hlinkClick r:id="" action="ppaction://noaction">
              <a:snd r:embed="rId2" name="click.wav"/>
            </a:hlinkClick>
            <a:extLst>
              <a:ext uri="{FF2B5EF4-FFF2-40B4-BE49-F238E27FC236}">
                <a16:creationId xmlns:a16="http://schemas.microsoft.com/office/drawing/2014/main" id="{17A3E5A5-FC2A-79FE-2468-8A516CF99856}"/>
              </a:ext>
            </a:extLst>
          </p:cNvPr>
          <p:cNvSpPr/>
          <p:nvPr userDrawn="1"/>
        </p:nvSpPr>
        <p:spPr>
          <a:xfrm>
            <a:off x="1056007" y="3026796"/>
            <a:ext cx="1565413" cy="1516652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Click for Answer!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102D04-1677-0840-B1FF-57862D7A6A9B}"/>
              </a:ext>
            </a:extLst>
          </p:cNvPr>
          <p:cNvSpPr/>
          <p:nvPr userDrawn="1"/>
        </p:nvSpPr>
        <p:spPr>
          <a:xfrm>
            <a:off x="2866292" y="2901495"/>
            <a:ext cx="7552593" cy="1767254"/>
          </a:xfrm>
          <a:prstGeom prst="rect">
            <a:avLst/>
          </a:prstGeom>
          <a:solidFill>
            <a:schemeClr val="bg1"/>
          </a:solidFill>
          <a:ln w="19050"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14578564-A4C4-EA78-D47E-E92343EE0E03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3270250" y="3108325"/>
            <a:ext cx="6726238" cy="1354138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Online Image Placeholder 11">
            <a:extLst>
              <a:ext uri="{FF2B5EF4-FFF2-40B4-BE49-F238E27FC236}">
                <a16:creationId xmlns:a16="http://schemas.microsoft.com/office/drawing/2014/main" id="{E8A66693-428B-9B46-4C50-83EB3AE80C3E}"/>
              </a:ext>
            </a:extLst>
          </p:cNvPr>
          <p:cNvSpPr>
            <a:spLocks noGrp="1"/>
          </p:cNvSpPr>
          <p:nvPr>
            <p:ph type="clipArt" sz="quarter" idx="14"/>
          </p:nvPr>
        </p:nvSpPr>
        <p:spPr>
          <a:xfrm>
            <a:off x="3130550" y="3027363"/>
            <a:ext cx="7104063" cy="151606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124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xit" presetSubtype="8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animEffect transition="out" filter="wipe(left)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xit" presetSubtype="2" fill="hold" grpId="1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animEffect transition="out" filter="wipe(righ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0" grpId="0"/>
      <p:bldP spid="10" grpId="1"/>
      <p:bldP spid="12" grpId="0"/>
      <p:bldP spid="12" grpId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DF5C9-098F-464F-888D-058DF8A7C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24E5D-D9F9-4476-BB90-0E4005837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FA8C2-EC22-4F17-9C35-124D2681F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4762-DFFB-4EBE-8655-EB0D0E44861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9EE08-81CD-4DB2-88F3-A09D92872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F2CCC-2879-47C9-81CD-12938477B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B0EB1-831C-4439-A09B-221EC3790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648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4F540-3E9F-4C87-8841-8AF1591D2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683DCF-821D-4117-9065-E566B6FC2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AFFA0-E70C-4C71-863A-2C37AD855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4762-DFFB-4EBE-8655-EB0D0E44861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EB62F-14AA-4134-89B8-AC97B925D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55C17-3C59-44F5-B6C6-1D714D429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B0EB1-831C-4439-A09B-221EC3790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64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8AF8C-E81B-46DD-9860-71C737A7B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4B607-BB2E-4C40-A7B8-968FCAF256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AE10C7-A13F-4E19-A754-63D8CFAF8F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082350-9119-46A7-8FCB-8DF619133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4762-DFFB-4EBE-8655-EB0D0E44861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D32792-3CCA-4F78-A2FB-38624DD60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B4C9E5-DC08-421E-8ADD-EB6BB6A18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B0EB1-831C-4439-A09B-221EC3790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090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76022-FB8D-4AC6-96D8-68798F28B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33891E-8C7B-4605-806E-FEF501128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5C4E87-3971-4E38-9938-271C3B8428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D63903-2FAE-47C2-A523-2BB65C7D94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05EC87-B223-4034-93F4-AD88E8BCCE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BEEE65-8FBB-4C7F-8D3C-8CD0D6940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4762-DFFB-4EBE-8655-EB0D0E44861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D894DE-2868-4E8B-826E-362181916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A787A4-0011-47DD-A6CF-BE64E46E6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B0EB1-831C-4439-A09B-221EC3790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91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F6092-0837-4FBC-99AF-E3DC0E754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AC970C-713A-45A8-B8B0-FA2312E54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4762-DFFB-4EBE-8655-EB0D0E44861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E77AA2-D9C6-4811-874F-013FFDB36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7C7F07-6622-4068-B6A0-47AD5CC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B0EB1-831C-4439-A09B-221EC3790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470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27DD7A-35FD-4374-8631-FFA5E1259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4762-DFFB-4EBE-8655-EB0D0E44861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CAD15-EA38-42C9-9F11-CDB7DDBA3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C030A8-FBDF-47AF-819D-2F006685B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B0EB1-831C-4439-A09B-221EC3790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46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2F68E-F5B2-421B-A02C-D7D87542B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EDD4C-9ED6-4238-A516-E584D502D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78C6F1-AAB9-4723-99F8-CFBA073A75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5C6B83-F23B-4AEC-9CCB-BEC016135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4762-DFFB-4EBE-8655-EB0D0E44861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4D1C9D-67F8-4160-A6B6-1C5BBC968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076209-E739-4BB1-81B0-679D756F5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B0EB1-831C-4439-A09B-221EC3790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94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C6B47-AF45-444E-B166-14B26BD20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6EE360-D9DA-4021-A440-3B58CF3193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5FAB69-2536-4242-A051-49BED868E8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D5A149-D834-43FC-BC9A-202687E2D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4762-DFFB-4EBE-8655-EB0D0E44861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AAEC10-F8A1-4167-A1E1-DDF70C091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0FAFD7-8C5E-4241-ADDF-33CB8DE03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B0EB1-831C-4439-A09B-221EC3790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2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5659B-6963-492D-8016-EE3381971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4584C3-06E8-41AE-95D1-E3BD088AA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CC6B3-6450-4C26-8B73-0CFCD3DFE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4762-DFFB-4EBE-8655-EB0D0E44861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8CFCF-8A5A-43F3-A1E1-3069AA971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F8B1E-962A-4D78-978E-A512A0E9D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B0EB1-831C-4439-A09B-221EC3790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5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D0FA23-1206-4DF2-8AA8-0999EAF801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882FB8-7E82-4ECC-B1F4-A747F1BEBD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F2896-FDAC-4D0A-9161-CF53F980F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14762-DFFB-4EBE-8655-EB0D0E44861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43B7F-83F0-4671-8918-80CDEE283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742F1-0E5D-42FE-AFA0-A4F5B15D3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B0EB1-831C-4439-A09B-221EC37904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627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/>
            </a:gs>
            <a:gs pos="17000">
              <a:schemeClr val="bg2"/>
            </a:gs>
            <a:gs pos="100000">
              <a:srgbClr val="E9AC7F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8127F7-706A-41F7-B6D3-F97583130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605D06-5E85-4188-850E-3A613DA99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CA9CD-3B33-488C-AA77-1217C55103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014762-DFFB-4EBE-8655-EB0D0E44861E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D2A87-6945-4F7F-BC28-50F9048066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BAD95-2F7B-4D3A-8EAD-0497407393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8B0EB1-831C-4439-A09B-221EC37904F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70ADC1-1184-4B0D-B984-E64BB44D42B3}"/>
              </a:ext>
            </a:extLst>
          </p:cNvPr>
          <p:cNvSpPr/>
          <p:nvPr userDrawn="1"/>
        </p:nvSpPr>
        <p:spPr>
          <a:xfrm>
            <a:off x="0" y="241300"/>
            <a:ext cx="12192000" cy="540657"/>
          </a:xfrm>
          <a:prstGeom prst="rect">
            <a:avLst/>
          </a:prstGeom>
          <a:blipFill>
            <a:blip r:embed="rId14"/>
            <a:stretch>
              <a:fillRect/>
            </a:stretch>
          </a:blipFill>
          <a:ln>
            <a:noFill/>
          </a:ln>
          <a:effectLst>
            <a:outerShdw blurRad="381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0210908-D1A4-469C-8292-0886562935B1}"/>
              </a:ext>
            </a:extLst>
          </p:cNvPr>
          <p:cNvGrpSpPr/>
          <p:nvPr userDrawn="1"/>
        </p:nvGrpSpPr>
        <p:grpSpPr>
          <a:xfrm>
            <a:off x="10350726" y="241300"/>
            <a:ext cx="1649652" cy="2416181"/>
            <a:chOff x="5373448" y="635000"/>
            <a:chExt cx="1649652" cy="2416181"/>
          </a:xfrm>
          <a:gradFill>
            <a:gsLst>
              <a:gs pos="0">
                <a:schemeClr val="bg1">
                  <a:lumMod val="75000"/>
                </a:schemeClr>
              </a:gs>
              <a:gs pos="100000">
                <a:srgbClr val="7030A0"/>
              </a:gs>
            </a:gsLst>
            <a:lin ang="5400000" scaled="1"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9C990E-EC9F-4C37-876B-29D97F490ABC}"/>
                </a:ext>
              </a:extLst>
            </p:cNvPr>
            <p:cNvSpPr/>
            <p:nvPr/>
          </p:nvSpPr>
          <p:spPr>
            <a:xfrm>
              <a:off x="5391150" y="635000"/>
              <a:ext cx="1631950" cy="20066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0" name="Teardrop 9">
              <a:extLst>
                <a:ext uri="{FF2B5EF4-FFF2-40B4-BE49-F238E27FC236}">
                  <a16:creationId xmlns:a16="http://schemas.microsoft.com/office/drawing/2014/main" id="{23A921F5-2FA3-45CC-9E4D-7AFBF04D7E0C}"/>
                </a:ext>
              </a:extLst>
            </p:cNvPr>
            <p:cNvSpPr/>
            <p:nvPr/>
          </p:nvSpPr>
          <p:spPr>
            <a:xfrm rot="2914181">
              <a:off x="5425147" y="2180320"/>
              <a:ext cx="819162" cy="922559"/>
            </a:xfrm>
            <a:prstGeom prst="teardrop">
              <a:avLst>
                <a:gd name="adj" fmla="val 18536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738720D9-4231-4286-8579-1F1C80EB058E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269318" y="482600"/>
            <a:ext cx="1812469" cy="1765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19746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Vani" panose="02040502050405020303" pitchFamily="18" charset="0"/>
          <a:ea typeface="+mj-ea"/>
          <a:cs typeface="Vani" panose="02040502050405020303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Vani" panose="02040502050405020303" pitchFamily="18" charset="0"/>
          <a:ea typeface="+mn-ea"/>
          <a:cs typeface="Vani" panose="02040502050405020303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ani" panose="02040502050405020303" pitchFamily="18" charset="0"/>
          <a:ea typeface="+mn-ea"/>
          <a:cs typeface="Vani" panose="02040502050405020303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Vani" panose="02040502050405020303" pitchFamily="18" charset="0"/>
          <a:ea typeface="+mn-ea"/>
          <a:cs typeface="Vani" panose="02040502050405020303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ani" panose="02040502050405020303" pitchFamily="18" charset="0"/>
          <a:ea typeface="+mn-ea"/>
          <a:cs typeface="Vani" panose="02040502050405020303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ani" panose="02040502050405020303" pitchFamily="18" charset="0"/>
          <a:ea typeface="+mn-ea"/>
          <a:cs typeface="Vani" panose="02040502050405020303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audio" Target="../media/audio1.wav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3987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5EEEC53-C048-4DEB-A594-C8D44E0D0532}"/>
              </a:ext>
            </a:extLst>
          </p:cNvPr>
          <p:cNvSpPr/>
          <p:nvPr/>
        </p:nvSpPr>
        <p:spPr>
          <a:xfrm>
            <a:off x="0" y="241300"/>
            <a:ext cx="12192000" cy="54065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effectLst>
            <a:outerShdw blurRad="38100" dist="50800" dir="5400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D061987-1F96-4BB7-BB24-5F47AD50BE52}"/>
              </a:ext>
            </a:extLst>
          </p:cNvPr>
          <p:cNvGrpSpPr/>
          <p:nvPr/>
        </p:nvGrpSpPr>
        <p:grpSpPr>
          <a:xfrm>
            <a:off x="10350726" y="241300"/>
            <a:ext cx="1649652" cy="2416181"/>
            <a:chOff x="5373448" y="635000"/>
            <a:chExt cx="1649652" cy="2416181"/>
          </a:xfrm>
          <a:gradFill>
            <a:gsLst>
              <a:gs pos="0">
                <a:schemeClr val="bg1">
                  <a:lumMod val="75000"/>
                </a:schemeClr>
              </a:gs>
              <a:gs pos="100000">
                <a:srgbClr val="7030A0"/>
              </a:gs>
            </a:gsLst>
            <a:lin ang="5400000" scaled="1"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6D19CB8-4E8E-4175-9CB0-595A3B4AE65A}"/>
                </a:ext>
              </a:extLst>
            </p:cNvPr>
            <p:cNvSpPr/>
            <p:nvPr/>
          </p:nvSpPr>
          <p:spPr>
            <a:xfrm>
              <a:off x="5391150" y="635000"/>
              <a:ext cx="1631950" cy="20066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9" name="Teardrop 18">
              <a:extLst>
                <a:ext uri="{FF2B5EF4-FFF2-40B4-BE49-F238E27FC236}">
                  <a16:creationId xmlns:a16="http://schemas.microsoft.com/office/drawing/2014/main" id="{0F032127-E8E0-4180-88F7-DD592594288D}"/>
                </a:ext>
              </a:extLst>
            </p:cNvPr>
            <p:cNvSpPr/>
            <p:nvPr/>
          </p:nvSpPr>
          <p:spPr>
            <a:xfrm rot="2914181">
              <a:off x="5425147" y="2180320"/>
              <a:ext cx="819162" cy="922559"/>
            </a:xfrm>
            <a:prstGeom prst="teardrop">
              <a:avLst>
                <a:gd name="adj" fmla="val 18536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28DDC8ED-71A7-4AAD-A4CF-BB1EF60EF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9318" y="482600"/>
            <a:ext cx="1812469" cy="1765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DF86DAD-EA74-F2C0-5109-068369126ACB}"/>
              </a:ext>
            </a:extLst>
          </p:cNvPr>
          <p:cNvSpPr/>
          <p:nvPr/>
        </p:nvSpPr>
        <p:spPr>
          <a:xfrm>
            <a:off x="2820837" y="2860221"/>
            <a:ext cx="6392174" cy="1849802"/>
          </a:xfrm>
          <a:prstGeom prst="rect">
            <a:avLst/>
          </a:pr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22B016-4831-3A2D-8418-9EDE4F4ABD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5367" y="3282003"/>
            <a:ext cx="6263114" cy="116603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8482453-C269-A781-A91B-9E5EDAD440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2700" y="3026796"/>
            <a:ext cx="3988448" cy="1516652"/>
          </a:xfrm>
          <a:prstGeom prst="rect">
            <a:avLst/>
          </a:prstGeom>
        </p:spPr>
      </p:pic>
      <p:sp>
        <p:nvSpPr>
          <p:cNvPr id="6" name="Oval 5">
            <a:hlinkClick r:id="" action="ppaction://noaction">
              <a:snd r:embed="rId6" name="click.wav"/>
            </a:hlinkClick>
            <a:extLst>
              <a:ext uri="{FF2B5EF4-FFF2-40B4-BE49-F238E27FC236}">
                <a16:creationId xmlns:a16="http://schemas.microsoft.com/office/drawing/2014/main" id="{D02F48F9-2138-3386-108D-3CDCAA096EFE}"/>
              </a:ext>
            </a:extLst>
          </p:cNvPr>
          <p:cNvSpPr/>
          <p:nvPr/>
        </p:nvSpPr>
        <p:spPr>
          <a:xfrm>
            <a:off x="1161541" y="3107948"/>
            <a:ext cx="1354348" cy="1354348"/>
          </a:xfrm>
          <a:prstGeom prst="ellipse">
            <a:avLst/>
          </a:prstGeom>
          <a:solidFill>
            <a:srgbClr val="67D331"/>
          </a:solidFill>
          <a:effectLst>
            <a:glow rad="101600">
              <a:schemeClr val="accent6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Click for question</a:t>
            </a:r>
          </a:p>
        </p:txBody>
      </p:sp>
      <p:sp>
        <p:nvSpPr>
          <p:cNvPr id="4" name="Oval 3">
            <a:hlinkClick r:id="" action="ppaction://noaction">
              <a:snd r:embed="rId6" name="click.wav"/>
            </a:hlinkClick>
            <a:extLst>
              <a:ext uri="{FF2B5EF4-FFF2-40B4-BE49-F238E27FC236}">
                <a16:creationId xmlns:a16="http://schemas.microsoft.com/office/drawing/2014/main" id="{1E49825A-CD6F-BDE5-A498-25C8CE493457}"/>
              </a:ext>
            </a:extLst>
          </p:cNvPr>
          <p:cNvSpPr/>
          <p:nvPr/>
        </p:nvSpPr>
        <p:spPr>
          <a:xfrm>
            <a:off x="1056008" y="3026796"/>
            <a:ext cx="1565413" cy="1516652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Click for Answer!</a:t>
            </a:r>
          </a:p>
        </p:txBody>
      </p:sp>
    </p:spTree>
    <p:extLst>
      <p:ext uri="{BB962C8B-B14F-4D97-AF65-F5344CB8AC3E}">
        <p14:creationId xmlns:p14="http://schemas.microsoft.com/office/powerpoint/2010/main" val="453502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Image Placeholder 3">
            <a:extLst>
              <a:ext uri="{FF2B5EF4-FFF2-40B4-BE49-F238E27FC236}">
                <a16:creationId xmlns:a16="http://schemas.microsoft.com/office/drawing/2014/main" id="{87C9A8C9-B11C-7176-26B9-41B52184FB23}"/>
              </a:ext>
            </a:extLst>
          </p:cNvPr>
          <p:cNvPicPr>
            <a:picLocks noGrp="1" noChangeAspect="1"/>
          </p:cNvPicPr>
          <p:nvPr>
            <p:ph type="clipArt" sz="quarter" idx="13"/>
          </p:nvPr>
        </p:nvPicPr>
        <p:blipFill>
          <a:blip r:embed="rId2"/>
          <a:stretch>
            <a:fillRect/>
          </a:stretch>
        </p:blipFill>
        <p:spPr>
          <a:xfrm>
            <a:off x="5100731" y="3108325"/>
            <a:ext cx="3065276" cy="1354138"/>
          </a:xfrm>
          <a:prstGeom prst="rect">
            <a:avLst/>
          </a:prstGeom>
        </p:spPr>
      </p:pic>
      <p:pic>
        <p:nvPicPr>
          <p:cNvPr id="5" name="Online Image Placeholder 4">
            <a:extLst>
              <a:ext uri="{FF2B5EF4-FFF2-40B4-BE49-F238E27FC236}">
                <a16:creationId xmlns:a16="http://schemas.microsoft.com/office/drawing/2014/main" id="{F21EFAA3-A3FA-3C58-96EA-AFEA1D94613B}"/>
              </a:ext>
            </a:extLst>
          </p:cNvPr>
          <p:cNvPicPr>
            <a:picLocks noGrp="1" noChangeAspect="1"/>
          </p:cNvPicPr>
          <p:nvPr>
            <p:ph type="clipArt" sz="quarter" idx="14"/>
          </p:nvPr>
        </p:nvPicPr>
        <p:blipFill>
          <a:blip r:embed="rId3"/>
          <a:stretch>
            <a:fillRect/>
          </a:stretch>
        </p:blipFill>
        <p:spPr>
          <a:xfrm>
            <a:off x="3790753" y="3027363"/>
            <a:ext cx="5685232" cy="1516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603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nline Image Placeholder 1">
            <a:extLst>
              <a:ext uri="{FF2B5EF4-FFF2-40B4-BE49-F238E27FC236}">
                <a16:creationId xmlns:a16="http://schemas.microsoft.com/office/drawing/2014/main" id="{6DAAE1D4-0CF2-4B2B-5957-14FB48180C0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Online Image Placeholder 2">
            <a:extLst>
              <a:ext uri="{FF2B5EF4-FFF2-40B4-BE49-F238E27FC236}">
                <a16:creationId xmlns:a16="http://schemas.microsoft.com/office/drawing/2014/main" id="{60F26EA3-04E8-C3B7-EA6A-24A036BCD4D7}"/>
              </a:ext>
            </a:extLst>
          </p:cNvPr>
          <p:cNvSpPr>
            <a:spLocks noGrp="1"/>
          </p:cNvSpPr>
          <p:nvPr>
            <p:ph type="clipArt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3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nline Image Placeholder 1">
            <a:extLst>
              <a:ext uri="{FF2B5EF4-FFF2-40B4-BE49-F238E27FC236}">
                <a16:creationId xmlns:a16="http://schemas.microsoft.com/office/drawing/2014/main" id="{35420568-D2A1-3022-C7D4-036500EE130F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Online Image Placeholder 2">
            <a:extLst>
              <a:ext uri="{FF2B5EF4-FFF2-40B4-BE49-F238E27FC236}">
                <a16:creationId xmlns:a16="http://schemas.microsoft.com/office/drawing/2014/main" id="{F099ADB6-1F06-C663-A558-DC665F0BCE52}"/>
              </a:ext>
            </a:extLst>
          </p:cNvPr>
          <p:cNvSpPr>
            <a:spLocks noGrp="1"/>
          </p:cNvSpPr>
          <p:nvPr>
            <p:ph type="clipArt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059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lcohols Practice Problems" id="{BED3A8EF-292B-46C3-BFBB-06AEAADFED0C}" vid="{F7383CF8-2245-4D08-AA9D-07CBA35BF26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DE173DEE5FA4409427B6DD60E9E18A" ma:contentTypeVersion="40" ma:contentTypeDescription="Create a new document." ma:contentTypeScope="" ma:versionID="8e09ee661073453ed301d959e05e6860">
  <xsd:schema xmlns:xsd="http://www.w3.org/2001/XMLSchema" xmlns:xs="http://www.w3.org/2001/XMLSchema" xmlns:p="http://schemas.microsoft.com/office/2006/metadata/properties" xmlns:ns3="1249b8ab-053a-46ef-b7db-624f618d251b" xmlns:ns4="4e17a40a-5bfb-4d5d-ba7a-b13b27714cc9" targetNamespace="http://schemas.microsoft.com/office/2006/metadata/properties" ma:root="true" ma:fieldsID="a2e829b03135532103c0273f9284cc40" ns3:_="" ns4:_="">
    <xsd:import namespace="1249b8ab-053a-46ef-b7db-624f618d251b"/>
    <xsd:import namespace="4e17a40a-5bfb-4d5d-ba7a-b13b27714cc9"/>
    <xsd:element name="properties">
      <xsd:complexType>
        <xsd:sequence>
          <xsd:element name="documentManagement">
            <xsd:complexType>
              <xsd:all>
                <xsd:element ref="ns3:NotebookType" minOccurs="0"/>
                <xsd:element ref="ns3:FolderType" minOccurs="0"/>
                <xsd:element ref="ns3:Owner" minOccurs="0"/>
                <xsd:element ref="ns3:DefaultSectionNames" minOccurs="0"/>
                <xsd:element ref="ns3:Templates" minOccurs="0"/>
                <xsd:element ref="ns3:CultureName" minOccurs="0"/>
                <xsd:element ref="ns3:AppVersion" minOccurs="0"/>
                <xsd:element ref="ns3:Teachers" minOccurs="0"/>
                <xsd:element ref="ns3:Students" minOccurs="0"/>
                <xsd:element ref="ns3:Student_Groups" minOccurs="0"/>
                <xsd:element ref="ns3:Invited_Teachers" minOccurs="0"/>
                <xsd:element ref="ns3:Invited_Students" minOccurs="0"/>
                <xsd:element ref="ns3:Self_Registration_Enabled" minOccurs="0"/>
                <xsd:element ref="ns3:Has_Teacher_Only_SectionGroup" minOccurs="0"/>
                <xsd:element ref="ns3:Is_Collaboration_Space_Locked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TeamsChannelId" minOccurs="0"/>
                <xsd:element ref="ns3:IsNotebookLocked" minOccurs="0"/>
                <xsd:element ref="ns3:Math_Settings" minOccurs="0"/>
                <xsd:element ref="ns3:Distribution_Groups" minOccurs="0"/>
                <xsd:element ref="ns3:LMS_Mappings" minOccurs="0"/>
                <xsd:element ref="ns3:MediaServiceAutoKeyPoints" minOccurs="0"/>
                <xsd:element ref="ns3:MediaServiceKeyPoints" minOccurs="0"/>
                <xsd:element ref="ns3:Teams_Channel_Section_Locatio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49b8ab-053a-46ef-b7db-624f618d251b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Owner" ma:index="10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efaultSectionNames" ma:index="11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2" nillable="true" ma:displayName="Templates" ma:internalName="Templates">
      <xsd:simpleType>
        <xsd:restriction base="dms:Note">
          <xsd:maxLength value="255"/>
        </xsd:restriction>
      </xsd:simpleType>
    </xsd:element>
    <xsd:element name="CultureName" ma:index="13" nillable="true" ma:displayName="Culture Name" ma:internalName="CultureName">
      <xsd:simpleType>
        <xsd:restriction base="dms:Text"/>
      </xsd:simpleType>
    </xsd:element>
    <xsd:element name="AppVersion" ma:index="14" nillable="true" ma:displayName="App Version" ma:internalName="AppVersion">
      <xsd:simpleType>
        <xsd:restriction base="dms:Text"/>
      </xsd:simpleType>
    </xsd:element>
    <xsd:element name="Teachers" ma:index="15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6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7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Invited_Teachers" ma:index="18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19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0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1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2" nillable="true" ma:displayName="Is Collaboration Space Locked" ma:internalName="Is_Collaboration_Space_Locked">
      <xsd:simpleType>
        <xsd:restriction base="dms:Boolean"/>
      </xsd:simpleType>
    </xsd:element>
    <xsd:element name="MediaServiceMetadata" ma:index="26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27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28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29" nillable="true" ma:displayName="MediaServiceAutoTags" ma:internalName="MediaServiceAutoTags" ma:readOnly="true">
      <xsd:simpleType>
        <xsd:restriction base="dms:Text"/>
      </xsd:simpleType>
    </xsd:element>
    <xsd:element name="MediaServiceLocation" ma:index="30" nillable="true" ma:displayName="MediaServiceLocation" ma:internalName="MediaServiceLocation" ma:readOnly="true">
      <xsd:simpleType>
        <xsd:restriction base="dms:Text"/>
      </xsd:simpleType>
    </xsd:element>
    <xsd:element name="TeamsChannelId" ma:index="31" nillable="true" ma:displayName="Teams Channel Id" ma:internalName="TeamsChannelId">
      <xsd:simpleType>
        <xsd:restriction base="dms:Text"/>
      </xsd:simpleType>
    </xsd:element>
    <xsd:element name="IsNotebookLocked" ma:index="32" nillable="true" ma:displayName="Is Notebook Locked" ma:internalName="IsNotebookLocked">
      <xsd:simpleType>
        <xsd:restriction base="dms:Boolean"/>
      </xsd:simpleType>
    </xsd:element>
    <xsd:element name="Math_Settings" ma:index="33" nillable="true" ma:displayName="Math Settings" ma:internalName="Math_Settings">
      <xsd:simpleType>
        <xsd:restriction base="dms:Text"/>
      </xsd:simpleType>
    </xsd:element>
    <xsd:element name="Distribution_Groups" ma:index="34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5" nillable="true" ma:displayName="LMS Mappings" ma:internalName="LMS_Mappings">
      <xsd:simpleType>
        <xsd:restriction base="dms:Note">
          <xsd:maxLength value="255"/>
        </xsd:restriction>
      </xsd:simpleType>
    </xsd:element>
    <xsd:element name="MediaServiceAutoKeyPoints" ma:index="3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3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Teams_Channel_Section_Location" ma:index="38" nillable="true" ma:displayName="Teams Channel Section Location" ma:internalName="Teams_Channel_Section_Location">
      <xsd:simpleType>
        <xsd:restriction base="dms:Text"/>
      </xsd:simpleType>
    </xsd:element>
    <xsd:element name="MediaServiceGenerationTime" ma:index="3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4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4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42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43" nillable="true" ma:displayName="_activity" ma:hidden="true" ma:internalName="_activity">
      <xsd:simpleType>
        <xsd:restriction base="dms:Note"/>
      </xsd:simpleType>
    </xsd:element>
    <xsd:element name="MediaServiceObjectDetectorVersions" ma:index="4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4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4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4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17a40a-5bfb-4d5d-ba7a-b13b27714cc9" elementFormDefault="qualified">
    <xsd:import namespace="http://schemas.microsoft.com/office/2006/documentManagement/types"/>
    <xsd:import namespace="http://schemas.microsoft.com/office/infopath/2007/PartnerControls"/>
    <xsd:element name="SharedWithUsers" ma:index="23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4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5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ultureName xmlns="1249b8ab-053a-46ef-b7db-624f618d251b" xsi:nil="true"/>
    <Students xmlns="1249b8ab-053a-46ef-b7db-624f618d251b">
      <UserInfo>
        <DisplayName/>
        <AccountId xsi:nil="true"/>
        <AccountType/>
      </UserInfo>
    </Students>
    <Invited_Students xmlns="1249b8ab-053a-46ef-b7db-624f618d251b" xsi:nil="true"/>
    <Templates xmlns="1249b8ab-053a-46ef-b7db-624f618d251b" xsi:nil="true"/>
    <Teachers xmlns="1249b8ab-053a-46ef-b7db-624f618d251b">
      <UserInfo>
        <DisplayName/>
        <AccountId xsi:nil="true"/>
        <AccountType/>
      </UserInfo>
    </Teachers>
    <Student_Groups xmlns="1249b8ab-053a-46ef-b7db-624f618d251b">
      <UserInfo>
        <DisplayName/>
        <AccountId xsi:nil="true"/>
        <AccountType/>
      </UserInfo>
    </Student_Groups>
    <Distribution_Groups xmlns="1249b8ab-053a-46ef-b7db-624f618d251b" xsi:nil="true"/>
    <LMS_Mappings xmlns="1249b8ab-053a-46ef-b7db-624f618d251b" xsi:nil="true"/>
    <Is_Collaboration_Space_Locked xmlns="1249b8ab-053a-46ef-b7db-624f618d251b" xsi:nil="true"/>
    <Teams_Channel_Section_Location xmlns="1249b8ab-053a-46ef-b7db-624f618d251b" xsi:nil="true"/>
    <Has_Teacher_Only_SectionGroup xmlns="1249b8ab-053a-46ef-b7db-624f618d251b" xsi:nil="true"/>
    <Math_Settings xmlns="1249b8ab-053a-46ef-b7db-624f618d251b" xsi:nil="true"/>
    <Owner xmlns="1249b8ab-053a-46ef-b7db-624f618d251b">
      <UserInfo>
        <DisplayName/>
        <AccountId xsi:nil="true"/>
        <AccountType/>
      </UserInfo>
    </Owner>
    <Invited_Teachers xmlns="1249b8ab-053a-46ef-b7db-624f618d251b" xsi:nil="true"/>
    <DefaultSectionNames xmlns="1249b8ab-053a-46ef-b7db-624f618d251b" xsi:nil="true"/>
    <NotebookType xmlns="1249b8ab-053a-46ef-b7db-624f618d251b" xsi:nil="true"/>
    <FolderType xmlns="1249b8ab-053a-46ef-b7db-624f618d251b" xsi:nil="true"/>
    <AppVersion xmlns="1249b8ab-053a-46ef-b7db-624f618d251b" xsi:nil="true"/>
    <TeamsChannelId xmlns="1249b8ab-053a-46ef-b7db-624f618d251b" xsi:nil="true"/>
    <Self_Registration_Enabled xmlns="1249b8ab-053a-46ef-b7db-624f618d251b" xsi:nil="true"/>
    <IsNotebookLocked xmlns="1249b8ab-053a-46ef-b7db-624f618d251b" xsi:nil="true"/>
    <_activity xmlns="1249b8ab-053a-46ef-b7db-624f618d251b" xsi:nil="true"/>
  </documentManagement>
</p:properties>
</file>

<file path=customXml/itemProps1.xml><?xml version="1.0" encoding="utf-8"?>
<ds:datastoreItem xmlns:ds="http://schemas.openxmlformats.org/officeDocument/2006/customXml" ds:itemID="{0C6E3EE3-9DF2-4466-830C-F249E8CF181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636AECF-FAF9-4670-9EFF-3BE486CA12B0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1249b8ab-053a-46ef-b7db-624f618d251b"/>
    <ds:schemaRef ds:uri="4e17a40a-5bfb-4d5d-ba7a-b13b27714cc9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8B38406-C1FA-47F6-9170-0E159FE9BD48}">
  <ds:schemaRefs>
    <ds:schemaRef ds:uri="http://schemas.microsoft.com/office/2006/metadata/properties"/>
    <ds:schemaRef ds:uri="http://www.w3.org/2000/xmlns/"/>
    <ds:schemaRef ds:uri="1249b8ab-053a-46ef-b7db-624f618d251b"/>
    <ds:schemaRef ds:uri="http://www.w3.org/2001/XMLSchema-instance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</TotalTime>
  <Words>7</Words>
  <Application>Microsoft Office PowerPoint</Application>
  <PresentationFormat>Widescreen</PresentationFormat>
  <Paragraphs>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Vani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Sandhills Community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Brennan Brown</dc:creator>
  <cp:lastModifiedBy>Brennan Brown</cp:lastModifiedBy>
  <cp:revision>2</cp:revision>
  <dcterms:created xsi:type="dcterms:W3CDTF">2026-02-17T19:25:44Z</dcterms:created>
  <dcterms:modified xsi:type="dcterms:W3CDTF">2026-02-17T22:10:16Z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0x010100D3DE173DEE5FA4409427B6DD60E9E18A</vt:lpwstr>
  </property>
</Properties>
</file>