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7" dt="2026-02-19T15:46:57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7:33.433" v="383" actId="20577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">
        <pc:chgData name="Brennan Brown" userId="bcf6cc9e-21d7-4e63-b7dc-a8459bd698b0" providerId="ADAL" clId="{30F1509B-5785-4C08-8791-C8021B43727B}" dt="2026-02-19T15:46:57.170" v="30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new">
        <pc:chgData name="Brennan Brown" userId="bcf6cc9e-21d7-4e63-b7dc-a8459bd698b0" providerId="ADAL" clId="{30F1509B-5785-4C08-8791-C8021B43727B}" dt="2026-02-19T15:47:00.174" v="307" actId="680"/>
        <pc:sldMkLst>
          <pc:docMk/>
          <pc:sldMk cId="3094289431" sldId="342"/>
        </pc:sldMkLst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/>
              <a:t>Demurcuration</a:t>
            </a:r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6E99DC70-6615-B861-3398-3AF60218D5D1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3E934119-C871-8B7A-781A-294F77BC20C7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Words>25</Words>
  <Application>Microsoft Office PowerPoint</Application>
  <PresentationFormat>Widescreen</PresentationFormat>
  <Paragraphs>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