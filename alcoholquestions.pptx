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" dt="2026-02-18T15:52:47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6" y="3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custSel addSld delSld modSld sldOrd">
      <pc:chgData name="Brennan Brown" userId="bcf6cc9e-21d7-4e63-b7dc-a8459bd698b0" providerId="ADAL" clId="{30F1509B-5785-4C08-8791-C8021B43727B}" dt="2026-02-18T15:58:59.416" v="12" actId="22"/>
      <pc:docMkLst>
        <pc:docMk/>
      </pc:docMkLst>
      <pc:sldChg chg="addSp delSp modSp mod">
        <pc:chgData name="Brennan Brown" userId="bcf6cc9e-21d7-4e63-b7dc-a8459bd698b0" providerId="ADAL" clId="{30F1509B-5785-4C08-8791-C8021B43727B}" dt="2026-02-18T15:45:24.683" v="7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picChg chg="add mod">
          <ac:chgData name="Brennan Brown" userId="bcf6cc9e-21d7-4e63-b7dc-a8459bd698b0" providerId="ADAL" clId="{30F1509B-5785-4C08-8791-C8021B43727B}" dt="2026-02-18T15:45:05.919" v="5"/>
          <ac:picMkLst>
            <pc:docMk/>
            <pc:sldMk cId="309893376" sldId="333"/>
            <ac:picMk id="4" creationId="{58AE6040-D907-C27F-64EC-D6904EA797E6}"/>
          </ac:picMkLst>
        </pc:picChg>
        <pc:picChg chg="add mod">
          <ac:chgData name="Brennan Brown" userId="bcf6cc9e-21d7-4e63-b7dc-a8459bd698b0" providerId="ADAL" clId="{30F1509B-5785-4C08-8791-C8021B43727B}" dt="2026-02-18T15:45:24.683" v="7"/>
          <ac:picMkLst>
            <pc:docMk/>
            <pc:sldMk cId="309893376" sldId="333"/>
            <ac:picMk id="5" creationId="{DAF3DC8B-F0F6-2A2F-E501-15017D51FACF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5:58:59.416" v="12" actId="22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">
          <ac:chgData name="Brennan Brown" userId="bcf6cc9e-21d7-4e63-b7dc-a8459bd698b0" providerId="ADAL" clId="{30F1509B-5785-4C08-8791-C8021B43727B}" dt="2026-02-18T15:58:59.416" v="12" actId="22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mod">
          <ac:chgData name="Brennan Brown" userId="bcf6cc9e-21d7-4e63-b7dc-a8459bd698b0" providerId="ADAL" clId="{30F1509B-5785-4C08-8791-C8021B43727B}" dt="2026-02-18T15:52:55.046" v="11" actId="478"/>
          <ac:spMkLst>
            <pc:docMk/>
            <pc:sldMk cId="3797059458" sldId="334"/>
            <ac:spMk id="6" creationId="{47C89B0C-EDCA-A801-83D4-6493CBCA3E62}"/>
          </ac:spMkLst>
        </pc:sp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DAF3DC8B-F0F6-2A2F-E501-15017D51FACF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463179" y="3108325"/>
            <a:ext cx="4438804" cy="1354138"/>
          </a:xfrm>
          <a:prstGeom prst="rect">
            <a:avLst/>
          </a:prstGeom>
        </p:spPr>
      </p:pic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58AE6040-D907-C27F-64EC-D6904EA797E6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781017" y="3027363"/>
            <a:ext cx="3803128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35420568-D2A1-3022-C7D4-036500EE130F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nline Image Placeholder 5">
            <a:extLst>
              <a:ext uri="{FF2B5EF4-FFF2-40B4-BE49-F238E27FC236}">
                <a16:creationId xmlns:a16="http://schemas.microsoft.com/office/drawing/2014/main" id="{47C89B0C-EDCA-A801-83D4-6493CBCA3E6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183C4C-122D-8442-4C53-6BD170DF4125}"/>
              </a:ext>
            </a:extLst>
          </p:cNvPr>
          <p:cNvSpPr txBox="1"/>
          <p:nvPr/>
        </p:nvSpPr>
        <p:spPr>
          <a:xfrm>
            <a:off x="3087859" y="1440324"/>
            <a:ext cx="6260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{ "name": "alcoholquestions.pptx", "path": "alcoholquestions.pptx", "sha": "2781e6318b5e01dc7bca84ef7f5f26a0aa8b058e", "size": 980899, "</a:t>
            </a:r>
            <a:r>
              <a:rPr lang="en-US" dirty="0" err="1"/>
              <a:t>url</a:t>
            </a:r>
            <a:r>
              <a:rPr lang="en-US" dirty="0"/>
              <a:t>": "https://api.github.com/repos/</a:t>
            </a:r>
            <a:r>
              <a:rPr lang="en-US" dirty="0" err="1"/>
              <a:t>chemykill</a:t>
            </a:r>
            <a:r>
              <a:rPr lang="en-US" dirty="0"/>
              <a:t>/</a:t>
            </a:r>
            <a:r>
              <a:rPr lang="en-US" dirty="0" err="1"/>
              <a:t>alcoholproblems</a:t>
            </a:r>
            <a:r>
              <a:rPr lang="en-US" dirty="0"/>
              <a:t>/contents/</a:t>
            </a:r>
            <a:r>
              <a:rPr lang="en-US" dirty="0" err="1"/>
              <a:t>alcoholquestions.pptx?ref</a:t>
            </a:r>
            <a:r>
              <a:rPr lang="en-US" dirty="0"/>
              <a:t>=main", "</a:t>
            </a:r>
            <a:r>
              <a:rPr lang="en-US" dirty="0" err="1"/>
              <a:t>html_url</a:t>
            </a:r>
            <a:r>
              <a:rPr lang="en-US" dirty="0"/>
              <a:t>": "https://github.com/</a:t>
            </a:r>
            <a:r>
              <a:rPr lang="en-US" dirty="0" err="1"/>
              <a:t>chemykill</a:t>
            </a:r>
            <a:r>
              <a:rPr lang="en-US" dirty="0"/>
              <a:t>/</a:t>
            </a:r>
            <a:r>
              <a:rPr lang="en-US" dirty="0" err="1"/>
              <a:t>alcoholproblems</a:t>
            </a:r>
            <a:r>
              <a:rPr lang="en-US" dirty="0"/>
              <a:t>/blob/main/alcoholquestions.pptx", "</a:t>
            </a:r>
            <a:r>
              <a:rPr lang="en-US" dirty="0" err="1"/>
              <a:t>git_url</a:t>
            </a:r>
            <a:r>
              <a:rPr lang="en-US" dirty="0"/>
              <a:t>": "https://api.github.com/repos/</a:t>
            </a:r>
            <a:r>
              <a:rPr lang="en-US" dirty="0" err="1"/>
              <a:t>chemykill</a:t>
            </a:r>
            <a:r>
              <a:rPr lang="en-US" dirty="0"/>
              <a:t>/</a:t>
            </a:r>
            <a:r>
              <a:rPr lang="en-US" dirty="0" err="1"/>
              <a:t>alcoholproblems</a:t>
            </a:r>
            <a:r>
              <a:rPr lang="en-US" dirty="0"/>
              <a:t>/git/blobs/2781e6318b5e01dc7bca84ef7f5f26a0aa8b058e", "</a:t>
            </a:r>
            <a:r>
              <a:rPr lang="en-US" dirty="0" err="1"/>
              <a:t>download_url</a:t>
            </a:r>
            <a:r>
              <a:rPr lang="en-US" dirty="0"/>
              <a:t>": "https://raw.githubusercontent.com/</a:t>
            </a:r>
            <a:r>
              <a:rPr lang="en-US" dirty="0" err="1"/>
              <a:t>chemykill</a:t>
            </a:r>
            <a:r>
              <a:rPr lang="en-US" dirty="0"/>
              <a:t>/</a:t>
            </a:r>
            <a:r>
              <a:rPr lang="en-US" dirty="0" err="1"/>
              <a:t>alcoholproblems</a:t>
            </a:r>
            <a:r>
              <a:rPr lang="en-US" dirty="0"/>
              <a:t>/main/alcoholquestions.pptx", "type": "file", "content": "", "encoding": "base64" }</a:t>
            </a:r>
          </a:p>
        </p:txBody>
      </p:sp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</TotalTime>
  <Words>154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2026-02-18T15:59:04Z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