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9" dt="2026-02-19T15:28:42.3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8:47.476" v="176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new">
        <pc:chgData name="Brennan Brown" userId="bcf6cc9e-21d7-4e63-b7dc-a8459bd698b0" providerId="ADAL" clId="{30F1509B-5785-4C08-8791-C8021B43727B}" dt="2026-02-19T15:28:47.476" v="176" actId="680"/>
        <pc:sldMkLst>
          <pc:docMk/>
          <pc:sldMk cId="4104179299" sldId="340"/>
        </pc:sldMkLst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521264B4-EBF3-A6AC-DCF7-36A62FC3170F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E1DDA4AC-7D63-B0B2-CD47-14F69514BE9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