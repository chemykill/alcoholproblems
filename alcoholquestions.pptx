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41" r:id="rId12"/>
    <p:sldId id="338" r:id="rId13"/>
    <p:sldId id="339" r:id="rId14"/>
    <p:sldId id="34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44" dt="2026-02-19T15:42:11.5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42:11.597" v="288" actId="2763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40:21.280" v="286" actId="1076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40:19.184" v="285" actId="1076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40:21.280" v="286" actId="1076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8:55.226" v="26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Chg chg="modSp new mod">
        <pc:chgData name="Brennan Brown" userId="bcf6cc9e-21d7-4e63-b7dc-a8459bd698b0" providerId="ADAL" clId="{30F1509B-5785-4C08-8791-C8021B43727B}" dt="2026-02-19T15:42:11.597" v="288" actId="27636"/>
        <pc:sldMkLst>
          <pc:docMk/>
          <pc:sldMk cId="2132112343" sldId="341"/>
        </pc:sldMkLst>
        <pc:spChg chg="mod">
          <ac:chgData name="Brennan Brown" userId="bcf6cc9e-21d7-4e63-b7dc-a8459bd698b0" providerId="ADAL" clId="{30F1509B-5785-4C08-8791-C8021B43727B}" dt="2026-02-19T15:42:11.597" v="288" actId="27636"/>
          <ac:spMkLst>
            <pc:docMk/>
            <pc:sldMk cId="2132112343" sldId="341"/>
            <ac:spMk id="3" creationId="{12A5F6BB-F612-BEF4-68B0-8A5B2C026A62}"/>
          </ac:spMkLst>
        </pc:spChg>
      </pc:sldChg>
      <pc:sldMasterChg chg="modSldLayout sldLayoutOrd">
        <pc:chgData name="Brennan Brown" userId="bcf6cc9e-21d7-4e63-b7dc-a8459bd698b0" providerId="ADAL" clId="{30F1509B-5785-4C08-8791-C8021B43727B}" dt="2026-02-19T15:39:35.459" v="282" actId="20578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9:28.960" v="280" actId="20577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9:14.016" v="270" actId="1076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8:39.780" v="265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9:28.960" v="280" actId="20577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49.998" v="266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9:25.311" v="278" actId="20577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  <pc:spChg chg="add mod">
            <ac:chgData name="Brennan Brown" userId="bcf6cc9e-21d7-4e63-b7dc-a8459bd698b0" providerId="ADAL" clId="{30F1509B-5785-4C08-8791-C8021B43727B}" dt="2026-02-19T15:39:01.313" v="268" actId="1076"/>
            <ac:spMkLst>
              <pc:docMk/>
              <pc:sldMasterMk cId="2719746289" sldId="2147483648"/>
              <pc:sldLayoutMk cId="3983859811" sldId="2147483649"/>
              <ac:spMk id="17" creationId="{03F4276D-5884-546E-034B-3B4270179EAB}"/>
            </ac:spMkLst>
          </pc:spChg>
          <pc:spChg chg="add mod">
            <ac:chgData name="Brennan Brown" userId="bcf6cc9e-21d7-4e63-b7dc-a8459bd698b0" providerId="ADAL" clId="{30F1509B-5785-4C08-8791-C8021B43727B}" dt="2026-02-19T15:39:21.265" v="276" actId="20577"/>
            <ac:spMkLst>
              <pc:docMk/>
              <pc:sldMasterMk cId="2719746289" sldId="2147483648"/>
              <pc:sldLayoutMk cId="3983859811" sldId="2147483649"/>
              <ac:spMk id="18" creationId="{6068D649-689D-DEFA-A6C7-0A0842A90146}"/>
            </ac:spMkLst>
          </pc:spChg>
          <pc:spChg chg="add mod">
            <ac:chgData name="Brennan Brown" userId="bcf6cc9e-21d7-4e63-b7dc-a8459bd698b0" providerId="ADAL" clId="{30F1509B-5785-4C08-8791-C8021B43727B}" dt="2026-02-19T15:39:07.542" v="269" actId="1076"/>
            <ac:spMkLst>
              <pc:docMk/>
              <pc:sldMasterMk cId="2719746289" sldId="2147483648"/>
              <pc:sldLayoutMk cId="3983859811" sldId="2147483649"/>
              <ac:spMk id="19" creationId="{12B9BB3E-BE59-9F51-A324-2CFD22535A1C}"/>
            </ac:spMkLst>
          </pc:spChg>
          <pc:spChg chg="add mod">
            <ac:chgData name="Brennan Brown" userId="bcf6cc9e-21d7-4e63-b7dc-a8459bd698b0" providerId="ADAL" clId="{30F1509B-5785-4C08-8791-C8021B43727B}" dt="2026-02-19T15:39:17.270" v="272" actId="20577"/>
            <ac:spMkLst>
              <pc:docMk/>
              <pc:sldMasterMk cId="2719746289" sldId="2147483648"/>
              <pc:sldLayoutMk cId="3983859811" sldId="2147483649"/>
              <ac:spMk id="20" creationId="{578954B9-9661-4C18-574F-49C975FF44E2}"/>
            </ac:spMkLst>
          </pc:spChg>
        </pc:sldLayoutChg>
        <pc:sldLayoutChg chg="ord">
          <pc:chgData name="Brennan Brown" userId="bcf6cc9e-21d7-4e63-b7dc-a8459bd698b0" providerId="ADAL" clId="{30F1509B-5785-4C08-8791-C8021B43727B}" dt="2026-02-19T15:39:35.459" v="282" actId="20578"/>
          <pc:sldLayoutMkLst>
            <pc:docMk/>
            <pc:sldMasterMk cId="2719746289" sldId="2147483648"/>
            <pc:sldLayoutMk cId="845933481" sldId="2147483662"/>
          </pc:sldLayoutMkLst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" Target="../slides/slide8.xm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2070339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hlinkClick r:id="rId3" action="ppaction://hlinksldjump"/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981878" y="4073850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921843" y="4013815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456085" y="4074007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396050" y="4013972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3F4276D-5884-546E-034B-3B4270179EAB}"/>
              </a:ext>
            </a:extLst>
          </p:cNvPr>
          <p:cNvSpPr/>
          <p:nvPr userDrawn="1"/>
        </p:nvSpPr>
        <p:spPr>
          <a:xfrm>
            <a:off x="6930292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68D649-689D-DEFA-A6C7-0A0842A90146}"/>
              </a:ext>
            </a:extLst>
          </p:cNvPr>
          <p:cNvSpPr/>
          <p:nvPr userDrawn="1"/>
        </p:nvSpPr>
        <p:spPr>
          <a:xfrm>
            <a:off x="6870257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B9BB3E-BE59-9F51-A324-2CFD22535A1C}"/>
              </a:ext>
            </a:extLst>
          </p:cNvPr>
          <p:cNvSpPr/>
          <p:nvPr userDrawn="1"/>
        </p:nvSpPr>
        <p:spPr>
          <a:xfrm>
            <a:off x="8404499" y="4073693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78954B9-9661-4C18-574F-49C975FF44E2}"/>
              </a:ext>
            </a:extLst>
          </p:cNvPr>
          <p:cNvSpPr/>
          <p:nvPr userDrawn="1"/>
        </p:nvSpPr>
        <p:spPr>
          <a:xfrm>
            <a:off x="8344464" y="4013658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  <p:bldP spid="18" grpId="0" animBg="1"/>
      <p:bldP spid="20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69956" y="-496667"/>
            <a:ext cx="10498347" cy="2387600"/>
          </a:xfrm>
        </p:spPr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971738" y="1890933"/>
            <a:ext cx="9144000" cy="571610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2C48C-1524-495B-9203-AAE468F14E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A5F6BB-F612-BEF4-68B0-8A5B2C026A6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2112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18</Words>
  <Application>Microsoft Office PowerPoint</Application>
  <PresentationFormat>Widescreen</PresentationFormat>
  <Paragraphs>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