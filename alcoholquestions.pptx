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51" dt="2026-02-19T15:48:16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8:16.645" v="39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8:16.645" v="390"/>
        <pc:sldMkLst>
          <pc:docMk/>
          <pc:sldMk cId="3094289431" sldId="342"/>
        </pc:sldMkLst>
        <pc:spChg chg="del">
          <ac:chgData name="Brennan Brown" userId="bcf6cc9e-21d7-4e63-b7dc-a8459bd698b0" providerId="ADAL" clId="{30F1509B-5785-4C08-8791-C8021B43727B}" dt="2026-02-19T15:48:10.221" v="389"/>
          <ac:spMkLst>
            <pc:docMk/>
            <pc:sldMk cId="3094289431" sldId="342"/>
            <ac:spMk id="2" creationId="{6E99DC70-6615-B861-3398-3AF60218D5D1}"/>
          </ac:spMkLst>
        </pc:spChg>
        <pc:spChg chg="del">
          <ac:chgData name="Brennan Brown" userId="bcf6cc9e-21d7-4e63-b7dc-a8459bd698b0" providerId="ADAL" clId="{30F1509B-5785-4C08-8791-C8021B43727B}" dt="2026-02-19T15:48:16.645" v="390"/>
          <ac:spMkLst>
            <pc:docMk/>
            <pc:sldMk cId="3094289431" sldId="342"/>
            <ac:spMk id="3" creationId="{3E934119-C871-8B7A-781A-294F77BC20C7}"/>
          </ac:spMkLst>
        </pc:spChg>
        <pc:picChg chg="add mod">
          <ac:chgData name="Brennan Brown" userId="bcf6cc9e-21d7-4e63-b7dc-a8459bd698b0" providerId="ADAL" clId="{30F1509B-5785-4C08-8791-C8021B43727B}" dt="2026-02-19T15:48:10.221" v="389"/>
          <ac:picMkLst>
            <pc:docMk/>
            <pc:sldMk cId="3094289431" sldId="342"/>
            <ac:picMk id="4" creationId="{3823B1DD-EED7-1551-C6F9-9685348BED21}"/>
          </ac:picMkLst>
        </pc:picChg>
        <pc:picChg chg="add mod">
          <ac:chgData name="Brennan Brown" userId="bcf6cc9e-21d7-4e63-b7dc-a8459bd698b0" providerId="ADAL" clId="{30F1509B-5785-4C08-8791-C8021B43727B}" dt="2026-02-19T15:48:16.645" v="390"/>
          <ac:picMkLst>
            <pc:docMk/>
            <pc:sldMk cId="3094289431" sldId="342"/>
            <ac:picMk id="5" creationId="{875E15F5-F5CD-B3B4-3D23-025DAC599C4B}"/>
          </ac:picMkLst>
        </pc:picChg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7:58.381" v="388"/>
        <pc:sldMkLst>
          <pc:docMk/>
          <pc:sldMk cId="3247050220" sldId="344"/>
        </pc:sldMkLst>
        <pc:spChg chg="del">
          <ac:chgData name="Brennan Brown" userId="bcf6cc9e-21d7-4e63-b7dc-a8459bd698b0" providerId="ADAL" clId="{30F1509B-5785-4C08-8791-C8021B43727B}" dt="2026-02-19T15:47:52.919" v="387"/>
          <ac:spMkLst>
            <pc:docMk/>
            <pc:sldMk cId="3247050220" sldId="344"/>
            <ac:spMk id="2" creationId="{87ABC59E-9673-540E-ACBF-A5B081C58E7E}"/>
          </ac:spMkLst>
        </pc:spChg>
        <pc:spChg chg="del">
          <ac:chgData name="Brennan Brown" userId="bcf6cc9e-21d7-4e63-b7dc-a8459bd698b0" providerId="ADAL" clId="{30F1509B-5785-4C08-8791-C8021B43727B}" dt="2026-02-19T15:47:58.381" v="388"/>
          <ac:spMkLst>
            <pc:docMk/>
            <pc:sldMk cId="3247050220" sldId="344"/>
            <ac:spMk id="3" creationId="{1C1E6557-3D33-E990-DB60-5E963DC1A93B}"/>
          </ac:spMkLst>
        </pc:spChg>
        <pc:picChg chg="add mod">
          <ac:chgData name="Brennan Brown" userId="bcf6cc9e-21d7-4e63-b7dc-a8459bd698b0" providerId="ADAL" clId="{30F1509B-5785-4C08-8791-C8021B43727B}" dt="2026-02-19T15:47:52.919" v="387"/>
          <ac:picMkLst>
            <pc:docMk/>
            <pc:sldMk cId="3247050220" sldId="344"/>
            <ac:picMk id="4" creationId="{32507073-8542-05B8-4E95-CBB33C4C560B}"/>
          </ac:picMkLst>
        </pc:picChg>
        <pc:picChg chg="add mod">
          <ac:chgData name="Brennan Brown" userId="bcf6cc9e-21d7-4e63-b7dc-a8459bd698b0" providerId="ADAL" clId="{30F1509B-5785-4C08-8791-C8021B43727B}" dt="2026-02-19T15:47:58.381" v="388"/>
          <ac:picMkLst>
            <pc:docMk/>
            <pc:sldMk cId="3247050220" sldId="344"/>
            <ac:picMk id="5" creationId="{E55D5BD4-64F6-D608-3832-468E53B2C479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2507073-8542-05B8-4E95-CBB33C4C560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17276" y="1030288"/>
            <a:ext cx="455744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55D5BD4-64F6-D608-3832-468E53B2C479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10006" y="4311650"/>
            <a:ext cx="697198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823B1DD-EED7-1551-C6F9-9685348BED21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85246" y="1030288"/>
            <a:ext cx="422150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75E15F5-F5CD-B3B4-3D23-025DAC599C4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67184" y="4311650"/>
            <a:ext cx="685763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</TotalTime>
  <Words>25</Words>
  <Application>Microsoft Office PowerPoint</Application>
  <PresentationFormat>Widescreen</PresentationFormat>
  <Paragraphs>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