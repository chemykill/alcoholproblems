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27" dt="2026-02-19T15:36:13.5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6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6:42.661" v="254" actId="171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6:42.661" v="254" actId="171"/>
        <pc:sldMasterMkLst>
          <pc:docMk/>
          <pc:sldMasterMk cId="2719746289" sldId="2147483648"/>
        </pc:sldMasterMkLst>
        <pc:sldLayoutChg chg="addSp delSp modSp mod">
          <pc:chgData name="Brennan Brown" userId="bcf6cc9e-21d7-4e63-b7dc-a8459bd698b0" providerId="ADAL" clId="{30F1509B-5785-4C08-8791-C8021B43727B}" dt="2026-02-19T15:36:42.661" v="254" actId="171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4:50.680" v="237" actId="207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5:28.968" v="244" actId="339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1932316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