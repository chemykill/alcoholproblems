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24" dt="2026-02-19T15:35:31.5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6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5:35.665" v="246" actId="107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5:35.665" v="246" actId="1076"/>
        <pc:sldMasterMkLst>
          <pc:docMk/>
          <pc:sldMasterMk cId="2719746289" sldId="2147483648"/>
        </pc:sldMasterMkLst>
        <pc:sldLayoutChg chg="addSp delSp modSp mod">
          <pc:chgData name="Brennan Brown" userId="bcf6cc9e-21d7-4e63-b7dc-a8459bd698b0" providerId="ADAL" clId="{30F1509B-5785-4C08-8791-C8021B43727B}" dt="2026-02-19T15:35:35.665" v="246" actId="107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4:50.680" v="237" actId="207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5:28.968" v="244" actId="339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">
            <ac:chgData name="Brennan Brown" userId="bcf6cc9e-21d7-4e63-b7dc-a8459bd698b0" providerId="ADAL" clId="{30F1509B-5785-4C08-8791-C8021B43727B}" dt="2026-02-19T15:35:35.665" v="246" actId="1076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1932316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3671454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