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0" r:id="rId5"/>
    <p:sldId id="332" r:id="rId6"/>
    <p:sldId id="333" r:id="rId7"/>
    <p:sldId id="33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5" dt="2026-02-18T16:03:03.0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">
      <pc:chgData name="Brennan Brown" userId="bcf6cc9e-21d7-4e63-b7dc-a8459bd698b0" providerId="ADAL" clId="{30F1509B-5785-4C08-8791-C8021B43727B}" dt="2026-02-18T16:03:03.048" v="21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1:35.360" v="19" actId="1076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mod">
          <ac:chgData name="Brennan Brown" userId="bcf6cc9e-21d7-4e63-b7dc-a8459bd698b0" providerId="ADAL" clId="{30F1509B-5785-4C08-8791-C8021B43727B}" dt="2026-02-18T16:01:35.360" v="19" actId="1076"/>
          <ac:spMkLst>
            <pc:docMk/>
            <pc:sldMk cId="309893376" sldId="333"/>
            <ac:spMk id="3" creationId="{CBA95F85-F3BA-F4D8-C868-56B3A7A89B49}"/>
          </ac:spMkLst>
        </pc:spChg>
        <pc:spChg chg="add mod">
          <ac:chgData name="Brennan Brown" userId="bcf6cc9e-21d7-4e63-b7dc-a8459bd698b0" providerId="ADAL" clId="{30F1509B-5785-4C08-8791-C8021B43727B}" dt="2026-02-18T16:01:25.786" v="18" actId="478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03.048" v="21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mod">
          <ac:chgData name="Brennan Brown" userId="bcf6cc9e-21d7-4e63-b7dc-a8459bd698b0" providerId="ADAL" clId="{30F1509B-5785-4C08-8791-C8021B43727B}" dt="2026-02-18T16:03:01.345" v="20" actId="1076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CBA95F85-F3BA-F4D8-C868-56B3A7A89B49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081337" y="3027363"/>
            <a:ext cx="7104063" cy="1516062"/>
          </a:xfrm>
        </p:spPr>
        <p:txBody>
          <a:bodyPr/>
          <a:lstStyle/>
          <a:p>
            <a:endParaRPr lang="en-US"/>
          </a:p>
        </p:txBody>
      </p:sp>
      <p:sp>
        <p:nvSpPr>
          <p:cNvPr id="7" name="Online Image Placeholder 6">
            <a:extLst>
              <a:ext uri="{FF2B5EF4-FFF2-40B4-BE49-F238E27FC236}">
                <a16:creationId xmlns:a16="http://schemas.microsoft.com/office/drawing/2014/main" id="{6B9CC2DA-5E40-B2C1-35A2-D0829817D5A5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nline Image Placeholder 5">
            <a:extLst>
              <a:ext uri="{FF2B5EF4-FFF2-40B4-BE49-F238E27FC236}">
                <a16:creationId xmlns:a16="http://schemas.microsoft.com/office/drawing/2014/main" id="{47C89B0C-EDCA-A801-83D4-6493CBCA3E62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625225" y="3108325"/>
            <a:ext cx="7104063" cy="1516062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</TotalTime>
  <Words>7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Vani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2026-02-18T16:03:10Z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