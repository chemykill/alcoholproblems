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3" dt="2026-02-19T15:39:28.9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02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0:21.280" v="286" actId="1076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38:55.226" v="26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39:35.459" v="282" actId="20578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39:28.960" v="280" actId="20577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37:33.460" v="257" actId="20577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