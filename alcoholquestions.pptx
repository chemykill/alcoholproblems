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337" r:id="rId5"/>
    <p:sldId id="260" r:id="rId6"/>
    <p:sldId id="332" r:id="rId7"/>
    <p:sldId id="333" r:id="rId8"/>
    <p:sldId id="334" r:id="rId9"/>
    <p:sldId id="335" r:id="rId10"/>
    <p:sldId id="336" r:id="rId11"/>
    <p:sldId id="33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3" dt="2026-02-19T15:26:22.07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 delMainMaster modMainMaster">
      <pc:chgData name="Brennan Brown" userId="bcf6cc9e-21d7-4e63-b7dc-a8459bd698b0" providerId="ADAL" clId="{30F1509B-5785-4C08-8791-C8021B43727B}" dt="2026-02-19T15:26:50.851" v="166" actId="680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  <pc:sldChg chg="addSp delSp modSp new mod modClrScheme chgLayout">
        <pc:chgData name="Brennan Brown" userId="bcf6cc9e-21d7-4e63-b7dc-a8459bd698b0" providerId="ADAL" clId="{30F1509B-5785-4C08-8791-C8021B43727B}" dt="2026-02-19T15:10:52.850" v="159" actId="20577"/>
        <pc:sldMkLst>
          <pc:docMk/>
          <pc:sldMk cId="3840861800" sldId="336"/>
        </pc:sldMkLst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2" creationId="{DD068385-5191-4850-2424-A7DF30BCC330}"/>
          </ac:spMkLst>
        </pc:spChg>
        <pc:spChg chg="del">
          <ac:chgData name="Brennan Brown" userId="bcf6cc9e-21d7-4e63-b7dc-a8459bd698b0" providerId="ADAL" clId="{30F1509B-5785-4C08-8791-C8021B43727B}" dt="2026-02-19T15:10:31.365" v="96" actId="700"/>
          <ac:spMkLst>
            <pc:docMk/>
            <pc:sldMk cId="3840861800" sldId="336"/>
            <ac:spMk id="3" creationId="{A56DF067-434A-6167-91F8-2A26C809D9BC}"/>
          </ac:spMkLst>
        </pc:spChg>
        <pc:spChg chg="add mod">
          <ac:chgData name="Brennan Brown" userId="bcf6cc9e-21d7-4e63-b7dc-a8459bd698b0" providerId="ADAL" clId="{30F1509B-5785-4C08-8791-C8021B43727B}" dt="2026-02-19T15:10:43.730" v="129" actId="20577"/>
          <ac:spMkLst>
            <pc:docMk/>
            <pc:sldMk cId="3840861800" sldId="336"/>
            <ac:spMk id="4" creationId="{CE01C38C-EFDC-DA90-8663-BEF6A930581D}"/>
          </ac:spMkLst>
        </pc:spChg>
        <pc:spChg chg="add mod">
          <ac:chgData name="Brennan Brown" userId="bcf6cc9e-21d7-4e63-b7dc-a8459bd698b0" providerId="ADAL" clId="{30F1509B-5785-4C08-8791-C8021B43727B}" dt="2026-02-19T15:10:52.850" v="159" actId="20577"/>
          <ac:spMkLst>
            <pc:docMk/>
            <pc:sldMk cId="3840861800" sldId="336"/>
            <ac:spMk id="5" creationId="{A3C48B9C-575D-EB46-74DE-DF90C9692065}"/>
          </ac:spMkLst>
        </pc:spChg>
      </pc:sldChg>
      <pc:sldChg chg="addSp modSp new mod ord modClrScheme chgLayout">
        <pc:chgData name="Brennan Brown" userId="bcf6cc9e-21d7-4e63-b7dc-a8459bd698b0" providerId="ADAL" clId="{30F1509B-5785-4C08-8791-C8021B43727B}" dt="2026-02-19T15:09:41.035" v="95" actId="20577"/>
        <pc:sldMkLst>
          <pc:docMk/>
          <pc:sldMk cId="4124199133" sldId="337"/>
        </pc:sldMkLst>
        <pc:spChg chg="add mod">
          <ac:chgData name="Brennan Brown" userId="bcf6cc9e-21d7-4e63-b7dc-a8459bd698b0" providerId="ADAL" clId="{30F1509B-5785-4C08-8791-C8021B43727B}" dt="2026-02-19T15:09:33.035" v="61" actId="20577"/>
          <ac:spMkLst>
            <pc:docMk/>
            <pc:sldMk cId="4124199133" sldId="337"/>
            <ac:spMk id="2" creationId="{0C257C63-4843-51B6-916D-4612C0A4D417}"/>
          </ac:spMkLst>
        </pc:spChg>
        <pc:spChg chg="add mod">
          <ac:chgData name="Brennan Brown" userId="bcf6cc9e-21d7-4e63-b7dc-a8459bd698b0" providerId="ADAL" clId="{30F1509B-5785-4C08-8791-C8021B43727B}" dt="2026-02-19T15:09:41.035" v="95" actId="20577"/>
          <ac:spMkLst>
            <pc:docMk/>
            <pc:sldMk cId="4124199133" sldId="337"/>
            <ac:spMk id="3" creationId="{C858662C-A4D7-4BED-92FF-BA6E8FECF70E}"/>
          </ac:spMkLst>
        </pc:spChg>
      </pc:sldChg>
      <pc:sldChg chg="new">
        <pc:chgData name="Brennan Brown" userId="bcf6cc9e-21d7-4e63-b7dc-a8459bd698b0" providerId="ADAL" clId="{30F1509B-5785-4C08-8791-C8021B43727B}" dt="2026-02-19T15:26:50.851" v="166" actId="680"/>
        <pc:sldMkLst>
          <pc:docMk/>
          <pc:sldMk cId="385433050" sldId="338"/>
        </pc:sldMkLst>
      </pc:sldChg>
      <pc:sldChg chg="new del">
        <pc:chgData name="Brennan Brown" userId="bcf6cc9e-21d7-4e63-b7dc-a8459bd698b0" providerId="ADAL" clId="{30F1509B-5785-4C08-8791-C8021B43727B}" dt="2026-02-19T15:26:47.427" v="165" actId="47"/>
        <pc:sldMkLst>
          <pc:docMk/>
          <pc:sldMk cId="2336822022" sldId="338"/>
        </pc:sldMkLst>
      </pc:sldChg>
      <pc:sldMasterChg chg="modSldLayout sldLayoutOrd">
        <pc:chgData name="Brennan Brown" userId="bcf6cc9e-21d7-4e63-b7dc-a8459bd698b0" providerId="ADAL" clId="{30F1509B-5785-4C08-8791-C8021B43727B}" dt="2026-02-19T15:26:40.760" v="164" actId="20578"/>
        <pc:sldMasterMkLst>
          <pc:docMk/>
          <pc:sldMasterMk cId="2719746289" sldId="2147483648"/>
        </pc:sldMasterMkLst>
        <pc:sldLayoutChg chg="modSp mod ord">
          <pc:chgData name="Brennan Brown" userId="bcf6cc9e-21d7-4e63-b7dc-a8459bd698b0" providerId="ADAL" clId="{30F1509B-5785-4C08-8791-C8021B43727B}" dt="2026-02-19T15:26:40.760" v="164" actId="20578"/>
          <pc:sldLayoutMkLst>
            <pc:docMk/>
            <pc:sldMasterMk cId="2719746289" sldId="2147483648"/>
            <pc:sldLayoutMk cId="4287922626" sldId="2147483664"/>
          </pc:sldLayoutMkLst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3" creationId="{53B03F67-3C42-E25A-AA44-5B427B056A9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4" creationId="{0DCF314A-8DBA-7851-DCAF-E342F19BBC02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5" creationId="{148A27ED-849B-00B9-A1F8-C55EE4FB5FAB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0" creationId="{14578564-A4C4-EA78-D47E-E92343EE0E03}"/>
            </ac:spMkLst>
          </pc:spChg>
          <pc:spChg chg="mod">
            <ac:chgData name="Brennan Brown" userId="bcf6cc9e-21d7-4e63-b7dc-a8459bd698b0" providerId="ADAL" clId="{30F1509B-5785-4C08-8791-C8021B43727B}" dt="2026-02-19T15:26:33.258" v="161" actId="20578"/>
            <ac:spMkLst>
              <pc:docMk/>
              <pc:sldMasterMk cId="2719746289" sldId="2147483648"/>
              <pc:sldLayoutMk cId="4287922626" sldId="2147483664"/>
              <ac:spMk id="12" creationId="{E8A66693-428B-9B46-4C50-83EB3AE80C3E}"/>
            </ac:spMkLst>
          </pc:spChg>
        </pc:sldLayoutChg>
      </pc:sldMasterChg>
      <pc:sldMasterChg chg="del">
        <pc:chgData name="Brennan Brown" userId="bcf6cc9e-21d7-4e63-b7dc-a8459bd698b0" providerId="ADAL" clId="{30F1509B-5785-4C08-8791-C8021B43727B}" dt="2026-02-19T15:26:37.515" v="163" actId="2696"/>
        <pc:sldMasterMkLst>
          <pc:docMk/>
          <pc:sldMasterMk cId="1398555496" sldId="2147483661"/>
        </pc:sldMasterMkLst>
      </pc:sldMasterChg>
      <pc:sldMasterChg chg="del sldLayoutOrd">
        <pc:chgData name="Brennan Brown" userId="bcf6cc9e-21d7-4e63-b7dc-a8459bd698b0" providerId="ADAL" clId="{30F1509B-5785-4C08-8791-C8021B43727B}" dt="2026-02-19T15:26:36.644" v="162" actId="2696"/>
        <pc:sldMasterMkLst>
          <pc:docMk/>
          <pc:sldMasterMk cId="2719895689" sldId="2147483663"/>
        </pc:sldMasterMkLst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DA8AA7-8EA0-59A2-B496-71DF0D135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A49D652-4E7E-92A9-BF62-A14DE5F061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33C40B-E264-B308-7B73-F01C193F1E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32C9BD-71E5-5F2C-D1DE-F17F1267F7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5933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3014762-DFFB-4EBE-8655-EB0D0E44861E}" type="datetimeFigureOut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2/19/2026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98B0EB1-831C-4439-A09B-221EC37904F7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816634" y="2751826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711100" y="2670674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319703" y="903420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2482306" y="1029789"/>
            <a:ext cx="7227383" cy="1514515"/>
          </a:xfrm>
        </p:spPr>
        <p:txBody>
          <a:bodyPr/>
          <a:lstStyle/>
          <a:p>
            <a:r>
              <a:rPr lang="en-US"/>
              <a:t>Click icon to add online image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CE1B845-9F81-E564-06C6-62C7989499BC}"/>
              </a:ext>
            </a:extLst>
          </p:cNvPr>
          <p:cNvSpPr/>
          <p:nvPr userDrawn="1"/>
        </p:nvSpPr>
        <p:spPr>
          <a:xfrm>
            <a:off x="2319703" y="4182214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2482306" y="4312149"/>
            <a:ext cx="7227383" cy="1516062"/>
          </a:xfrm>
        </p:spPr>
        <p:txBody>
          <a:bodyPr/>
          <a:lstStyle/>
          <a:p>
            <a:r>
              <a:rPr lang="en-US" dirty="0"/>
              <a:t>Click icon to add online image</a:t>
            </a:r>
          </a:p>
        </p:txBody>
      </p:sp>
    </p:spTree>
    <p:extLst>
      <p:ext uri="{BB962C8B-B14F-4D97-AF65-F5344CB8AC3E}">
        <p14:creationId xmlns:p14="http://schemas.microsoft.com/office/powerpoint/2010/main" val="42879226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6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4" r:id="rId3"/>
    <p:sldLayoutId id="2147483660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0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57C63-4843-51B6-916D-4612C0A4D41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58662C-A4D7-4BED-92FF-BA6E8FECF70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Substitution Reactions</a:t>
            </a:r>
          </a:p>
        </p:txBody>
      </p:sp>
    </p:spTree>
    <p:extLst>
      <p:ext uri="{BB962C8B-B14F-4D97-AF65-F5344CB8AC3E}">
        <p14:creationId xmlns:p14="http://schemas.microsoft.com/office/powerpoint/2010/main" val="41241991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E01C38C-EFDC-DA90-8663-BEF6A930581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Preparation of Alcohols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A3C48B9C-575D-EB46-74DE-DF90C96920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Acid Catalyzed Hydration</a:t>
            </a:r>
          </a:p>
        </p:txBody>
      </p:sp>
    </p:spTree>
    <p:extLst>
      <p:ext uri="{BB962C8B-B14F-4D97-AF65-F5344CB8AC3E}">
        <p14:creationId xmlns:p14="http://schemas.microsoft.com/office/powerpoint/2010/main" val="38408618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nline Image Placeholder 1">
            <a:extLst>
              <a:ext uri="{FF2B5EF4-FFF2-40B4-BE49-F238E27FC236}">
                <a16:creationId xmlns:a16="http://schemas.microsoft.com/office/drawing/2014/main" id="{DBB1E2A0-DC6B-6B84-CDD2-903531F585EA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/>
      </p:sp>
      <p:sp>
        <p:nvSpPr>
          <p:cNvPr id="3" name="Online Image Placeholder 2">
            <a:extLst>
              <a:ext uri="{FF2B5EF4-FFF2-40B4-BE49-F238E27FC236}">
                <a16:creationId xmlns:a16="http://schemas.microsoft.com/office/drawing/2014/main" id="{3F215092-FA07-33D5-C86B-88E3E602570A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3854330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Props1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60</TotalTime>
  <Words>18</Words>
  <Application>Microsoft Office PowerPoint</Application>
  <PresentationFormat>Widescreen</PresentationFormat>
  <Paragraphs>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Vani</vt:lpstr>
      <vt:lpstr>Office Theme</vt:lpstr>
      <vt:lpstr>Preparation of Alcohols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Preparation of Alcohols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2026-02-19T15:26:51Z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