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9" dt="2026-02-19T15:28:42.3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9:36.932" v="179" actId="22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29:36.932" v="179" actId="22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E1DDA4AC-7D63-B0B2-CD47-14F69514BE9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