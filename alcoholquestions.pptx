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8" dt="2026-02-19T15:27:54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27:54.443" v="172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">
        <pc:chgData name="Brennan Brown" userId="bcf6cc9e-21d7-4e63-b7dc-a8459bd698b0" providerId="ADAL" clId="{30F1509B-5785-4C08-8791-C8021B43727B}" dt="2026-02-19T15:27:54.443" v="172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picChg chg="add mod">
          <ac:chgData name="Brennan Brown" userId="bcf6cc9e-21d7-4e63-b7dc-a8459bd698b0" providerId="ADAL" clId="{30F1509B-5785-4C08-8791-C8021B43727B}" dt="2026-02-19T15:27:54.443" v="172"/>
          <ac:picMkLst>
            <pc:docMk/>
            <pc:sldMk cId="3014626694" sldId="339"/>
            <ac:picMk id="4" creationId="{F40C66BF-BC57-6854-6FEC-0F6F8F5377D5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26:40.760" v="164" actId="20578"/>
        <pc:sldMasterMkLst>
          <pc:docMk/>
          <pc:sldMasterMk cId="2719746289" sldId="2147483648"/>
        </pc:sldMasterMkLst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6BBE792D-41DD-2E8B-E303-A4716CA5D31A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F40C66BF-BC57-6854-6FEC-0F6F8F5377D5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05057" y="1030288"/>
            <a:ext cx="3781885" cy="15144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</TotalTime>
  <Words>18</Words>
  <Application>Microsoft Office PowerPoint</Application>
  <PresentationFormat>Widescreen</PresentationFormat>
  <Paragraphs>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