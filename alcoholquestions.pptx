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33" dt="2026-02-19T15:38:55.2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3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9:07.542" v="269" actId="107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38:55.226" v="26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38:55.226" v="26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9:07.542" v="269" actId="107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39:07.542" v="269" actId="107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8:15.396" v="263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37:33.460" v="257" actId="20577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792395" y="5515238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