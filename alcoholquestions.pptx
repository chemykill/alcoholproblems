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21" dt="2026-02-19T15:31:33.6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33:08.925" v="234" actId="1076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10:52.850" v="159" actId="2057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chgLayout">
        <pc:chgData name="Brennan Brown" userId="bcf6cc9e-21d7-4e63-b7dc-a8459bd698b0" providerId="ADAL" clId="{30F1509B-5785-4C08-8791-C8021B43727B}" dt="2026-02-19T15:09:41.035" v="95" actId="2057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33:08.925" v="234" actId="1076"/>
        <pc:sldMasterMkLst>
          <pc:docMk/>
          <pc:sldMasterMk cId="2719746289" sldId="2147483648"/>
        </pc:sldMasterMkLst>
        <pc:sldLayoutChg chg="addSp delSp modSp mod">
          <pc:chgData name="Brennan Brown" userId="bcf6cc9e-21d7-4e63-b7dc-a8459bd698b0" providerId="ADAL" clId="{30F1509B-5785-4C08-8791-C8021B43727B}" dt="2026-02-19T15:33:08.925" v="234" actId="107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3:05.445" v="233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3:08.925" v="234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1932316" y="2893504"/>
            <a:ext cx="7556740" cy="268552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433977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2026-02-19T15:33:09Z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