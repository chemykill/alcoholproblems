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4" r:id="rId17"/>
    <p:sldId id="342" r:id="rId18"/>
    <p:sldId id="34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51" dt="2026-02-19T15:48:16.6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8:50.044" v="456" actId="20577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 ord">
        <pc:chgData name="Brennan Brown" userId="bcf6cc9e-21d7-4e63-b7dc-a8459bd698b0" providerId="ADAL" clId="{30F1509B-5785-4C08-8791-C8021B43727B}" dt="2026-02-19T15:47:40.698" v="38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8:16.645" v="390"/>
        <pc:sldMkLst>
          <pc:docMk/>
          <pc:sldMk cId="3094289431" sldId="342"/>
        </pc:sldMkLst>
        <pc:spChg chg="del">
          <ac:chgData name="Brennan Brown" userId="bcf6cc9e-21d7-4e63-b7dc-a8459bd698b0" providerId="ADAL" clId="{30F1509B-5785-4C08-8791-C8021B43727B}" dt="2026-02-19T15:48:10.221" v="389"/>
          <ac:spMkLst>
            <pc:docMk/>
            <pc:sldMk cId="3094289431" sldId="342"/>
            <ac:spMk id="2" creationId="{6E99DC70-6615-B861-3398-3AF60218D5D1}"/>
          </ac:spMkLst>
        </pc:spChg>
        <pc:spChg chg="del">
          <ac:chgData name="Brennan Brown" userId="bcf6cc9e-21d7-4e63-b7dc-a8459bd698b0" providerId="ADAL" clId="{30F1509B-5785-4C08-8791-C8021B43727B}" dt="2026-02-19T15:48:16.645" v="390"/>
          <ac:spMkLst>
            <pc:docMk/>
            <pc:sldMk cId="3094289431" sldId="342"/>
            <ac:spMk id="3" creationId="{3E934119-C871-8B7A-781A-294F77BC20C7}"/>
          </ac:spMkLst>
        </pc:spChg>
        <pc:picChg chg="add mod">
          <ac:chgData name="Brennan Brown" userId="bcf6cc9e-21d7-4e63-b7dc-a8459bd698b0" providerId="ADAL" clId="{30F1509B-5785-4C08-8791-C8021B43727B}" dt="2026-02-19T15:48:10.221" v="389"/>
          <ac:picMkLst>
            <pc:docMk/>
            <pc:sldMk cId="3094289431" sldId="342"/>
            <ac:picMk id="4" creationId="{3823B1DD-EED7-1551-C6F9-9685348BED21}"/>
          </ac:picMkLst>
        </pc:picChg>
        <pc:picChg chg="add mod">
          <ac:chgData name="Brennan Brown" userId="bcf6cc9e-21d7-4e63-b7dc-a8459bd698b0" providerId="ADAL" clId="{30F1509B-5785-4C08-8791-C8021B43727B}" dt="2026-02-19T15:48:16.645" v="390"/>
          <ac:picMkLst>
            <pc:docMk/>
            <pc:sldMk cId="3094289431" sldId="342"/>
            <ac:picMk id="5" creationId="{875E15F5-F5CD-B3B4-3D23-025DAC599C4B}"/>
          </ac:picMkLst>
        </pc:picChg>
      </pc:sldChg>
      <pc:sldChg chg="modSp new mod">
        <pc:chgData name="Brennan Brown" userId="bcf6cc9e-21d7-4e63-b7dc-a8459bd698b0" providerId="ADAL" clId="{30F1509B-5785-4C08-8791-C8021B43727B}" dt="2026-02-19T15:47:33.433" v="383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22.146" v="347" actId="20577"/>
          <ac:spMkLst>
            <pc:docMk/>
            <pc:sldMk cId="838912480" sldId="343"/>
            <ac:spMk id="2" creationId="{44984129-70CF-C7FB-8155-4E8737ED1348}"/>
          </ac:spMkLst>
        </pc:spChg>
        <pc:spChg chg="mod">
          <ac:chgData name="Brennan Brown" userId="bcf6cc9e-21d7-4e63-b7dc-a8459bd698b0" providerId="ADAL" clId="{30F1509B-5785-4C08-8791-C8021B43727B}" dt="2026-02-19T15:47:33.433" v="383" actId="20577"/>
          <ac:spMkLst>
            <pc:docMk/>
            <pc:sldMk cId="838912480" sldId="343"/>
            <ac:spMk id="3" creationId="{5F3213F9-EE2D-37BD-2CBB-2D503FF17D2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7:58.381" v="388"/>
        <pc:sldMkLst>
          <pc:docMk/>
          <pc:sldMk cId="3247050220" sldId="344"/>
        </pc:sldMkLst>
        <pc:spChg chg="del">
          <ac:chgData name="Brennan Brown" userId="bcf6cc9e-21d7-4e63-b7dc-a8459bd698b0" providerId="ADAL" clId="{30F1509B-5785-4C08-8791-C8021B43727B}" dt="2026-02-19T15:47:52.919" v="387"/>
          <ac:spMkLst>
            <pc:docMk/>
            <pc:sldMk cId="3247050220" sldId="344"/>
            <ac:spMk id="2" creationId="{87ABC59E-9673-540E-ACBF-A5B081C58E7E}"/>
          </ac:spMkLst>
        </pc:spChg>
        <pc:spChg chg="del">
          <ac:chgData name="Brennan Brown" userId="bcf6cc9e-21d7-4e63-b7dc-a8459bd698b0" providerId="ADAL" clId="{30F1509B-5785-4C08-8791-C8021B43727B}" dt="2026-02-19T15:47:58.381" v="388"/>
          <ac:spMkLst>
            <pc:docMk/>
            <pc:sldMk cId="3247050220" sldId="344"/>
            <ac:spMk id="3" creationId="{1C1E6557-3D33-E990-DB60-5E963DC1A93B}"/>
          </ac:spMkLst>
        </pc:spChg>
        <pc:picChg chg="add mod">
          <ac:chgData name="Brennan Brown" userId="bcf6cc9e-21d7-4e63-b7dc-a8459bd698b0" providerId="ADAL" clId="{30F1509B-5785-4C08-8791-C8021B43727B}" dt="2026-02-19T15:47:52.919" v="387"/>
          <ac:picMkLst>
            <pc:docMk/>
            <pc:sldMk cId="3247050220" sldId="344"/>
            <ac:picMk id="4" creationId="{32507073-8542-05B8-4E95-CBB33C4C560B}"/>
          </ac:picMkLst>
        </pc:picChg>
        <pc:picChg chg="add mod">
          <ac:chgData name="Brennan Brown" userId="bcf6cc9e-21d7-4e63-b7dc-a8459bd698b0" providerId="ADAL" clId="{30F1509B-5785-4C08-8791-C8021B43727B}" dt="2026-02-19T15:47:58.381" v="388"/>
          <ac:picMkLst>
            <pc:docMk/>
            <pc:sldMk cId="3247050220" sldId="344"/>
            <ac:picMk id="5" creationId="{E55D5BD4-64F6-D608-3832-468E53B2C479}"/>
          </ac:picMkLst>
        </pc:picChg>
      </pc:sldChg>
      <pc:sldChg chg="modSp new mod">
        <pc:chgData name="Brennan Brown" userId="bcf6cc9e-21d7-4e63-b7dc-a8459bd698b0" providerId="ADAL" clId="{30F1509B-5785-4C08-8791-C8021B43727B}" dt="2026-02-19T15:48:50.044" v="456" actId="20577"/>
        <pc:sldMkLst>
          <pc:docMk/>
          <pc:sldMk cId="3647756474" sldId="345"/>
        </pc:sldMkLst>
        <pc:spChg chg="mod">
          <ac:chgData name="Brennan Brown" userId="bcf6cc9e-21d7-4e63-b7dc-a8459bd698b0" providerId="ADAL" clId="{30F1509B-5785-4C08-8791-C8021B43727B}" dt="2026-02-19T15:48:40.721" v="421" actId="20577"/>
          <ac:spMkLst>
            <pc:docMk/>
            <pc:sldMk cId="3647756474" sldId="345"/>
            <ac:spMk id="2" creationId="{4A70416C-E422-05BA-04C9-0C41FC83BD33}"/>
          </ac:spMkLst>
        </pc:spChg>
        <pc:spChg chg="mod">
          <ac:chgData name="Brennan Brown" userId="bcf6cc9e-21d7-4e63-b7dc-a8459bd698b0" providerId="ADAL" clId="{30F1509B-5785-4C08-8791-C8021B43727B}" dt="2026-02-19T15:48:50.044" v="456" actId="20577"/>
          <ac:spMkLst>
            <pc:docMk/>
            <pc:sldMk cId="3647756474" sldId="345"/>
            <ac:spMk id="3" creationId="{4381359B-772E-DD5B-F641-064152BB5999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Alkene Oxymercuration/</a:t>
            </a:r>
            <a:r>
              <a:rPr lang="en-US" dirty="0" err="1"/>
              <a:t>Demurcuration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2507073-8542-05B8-4E95-CBB33C4C560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817276" y="1030288"/>
            <a:ext cx="455744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55D5BD4-64F6-D608-3832-468E53B2C479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10006" y="4311650"/>
            <a:ext cx="6971988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50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823B1DD-EED7-1551-C6F9-9685348BED21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85246" y="1030288"/>
            <a:ext cx="422150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75E15F5-F5CD-B3B4-3D23-025DAC599C4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67184" y="4311650"/>
            <a:ext cx="6857632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416C-E422-05BA-04C9-0C41FC83BD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</a:t>
            </a:r>
            <a:r>
              <a:rPr lang="en-US" dirty="0" err="1"/>
              <a:t>Alchols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81359B-772E-DD5B-F641-064152BB59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Hydroboration</a:t>
            </a:r>
            <a:r>
              <a:rPr lang="en-US"/>
              <a:t>/Oxidation of Alkene</a:t>
            </a:r>
          </a:p>
        </p:txBody>
      </p:sp>
    </p:spTree>
    <p:extLst>
      <p:ext uri="{BB962C8B-B14F-4D97-AF65-F5344CB8AC3E}">
        <p14:creationId xmlns:p14="http://schemas.microsoft.com/office/powerpoint/2010/main" val="36477564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</TotalTime>
  <Words>33</Words>
  <Application>Microsoft Office PowerPoint</Application>
  <PresentationFormat>Widescreen</PresentationFormat>
  <Paragraphs>10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Alchols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