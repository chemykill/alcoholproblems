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5" dt="2026-02-19T15:44:26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6:11.900" v="303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