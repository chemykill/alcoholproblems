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  <p:sldId id="343" r:id="rId15"/>
    <p:sldId id="341" r:id="rId16"/>
    <p:sldId id="344" r:id="rId17"/>
    <p:sldId id="34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9" dt="2026-02-19T15:47:58.3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8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7:58.381" v="388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46:11.900" v="303" actId="1076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46:08.386" v="302" actId="1076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46:11.900" v="303" actId="1076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addSp delSp modSp new ord">
        <pc:chgData name="Brennan Brown" userId="bcf6cc9e-21d7-4e63-b7dc-a8459bd698b0" providerId="ADAL" clId="{30F1509B-5785-4C08-8791-C8021B43727B}" dt="2026-02-19T15:47:40.698" v="386"/>
        <pc:sldMkLst>
          <pc:docMk/>
          <pc:sldMk cId="2037179664" sldId="341"/>
        </pc:sldMkLst>
        <pc:spChg chg="del">
          <ac:chgData name="Brennan Brown" userId="bcf6cc9e-21d7-4e63-b7dc-a8459bd698b0" providerId="ADAL" clId="{30F1509B-5785-4C08-8791-C8021B43727B}" dt="2026-02-19T15:46:47.376" v="305"/>
          <ac:spMkLst>
            <pc:docMk/>
            <pc:sldMk cId="2037179664" sldId="341"/>
            <ac:spMk id="2" creationId="{80732736-A46F-CE71-55B9-25FC8DD46DB8}"/>
          </ac:spMkLst>
        </pc:spChg>
        <pc:spChg chg="del">
          <ac:chgData name="Brennan Brown" userId="bcf6cc9e-21d7-4e63-b7dc-a8459bd698b0" providerId="ADAL" clId="{30F1509B-5785-4C08-8791-C8021B43727B}" dt="2026-02-19T15:46:57.170" v="306"/>
          <ac:spMkLst>
            <pc:docMk/>
            <pc:sldMk cId="2037179664" sldId="341"/>
            <ac:spMk id="3" creationId="{F63B748B-DB31-8A6F-0868-F06154F5AA74}"/>
          </ac:spMkLst>
        </pc:spChg>
        <pc:picChg chg="add mod">
          <ac:chgData name="Brennan Brown" userId="bcf6cc9e-21d7-4e63-b7dc-a8459bd698b0" providerId="ADAL" clId="{30F1509B-5785-4C08-8791-C8021B43727B}" dt="2026-02-19T15:46:47.376" v="305"/>
          <ac:picMkLst>
            <pc:docMk/>
            <pc:sldMk cId="2037179664" sldId="341"/>
            <ac:picMk id="4" creationId="{CE77A4CE-DC81-2459-B583-3ABB811BD1A2}"/>
          </ac:picMkLst>
        </pc:picChg>
        <pc:picChg chg="add mod">
          <ac:chgData name="Brennan Brown" userId="bcf6cc9e-21d7-4e63-b7dc-a8459bd698b0" providerId="ADAL" clId="{30F1509B-5785-4C08-8791-C8021B43727B}" dt="2026-02-19T15:46:57.170" v="306"/>
          <ac:picMkLst>
            <pc:docMk/>
            <pc:sldMk cId="2037179664" sldId="341"/>
            <ac:picMk id="5" creationId="{2480E602-2957-C93A-3BA3-697FF767DBEF}"/>
          </ac:picMkLst>
        </pc:picChg>
      </pc:sldChg>
      <pc:sldChg chg="modSp new del mod">
        <pc:chgData name="Brennan Brown" userId="bcf6cc9e-21d7-4e63-b7dc-a8459bd698b0" providerId="ADAL" clId="{30F1509B-5785-4C08-8791-C8021B43727B}" dt="2026-02-19T15:45:39.201" v="290" actId="47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Chg chg="new">
        <pc:chgData name="Brennan Brown" userId="bcf6cc9e-21d7-4e63-b7dc-a8459bd698b0" providerId="ADAL" clId="{30F1509B-5785-4C08-8791-C8021B43727B}" dt="2026-02-19T15:47:00.174" v="307" actId="680"/>
        <pc:sldMkLst>
          <pc:docMk/>
          <pc:sldMk cId="3094289431" sldId="342"/>
        </pc:sldMkLst>
      </pc:sldChg>
      <pc:sldChg chg="modSp new mod">
        <pc:chgData name="Brennan Brown" userId="bcf6cc9e-21d7-4e63-b7dc-a8459bd698b0" providerId="ADAL" clId="{30F1509B-5785-4C08-8791-C8021B43727B}" dt="2026-02-19T15:47:33.433" v="383" actId="20577"/>
        <pc:sldMkLst>
          <pc:docMk/>
          <pc:sldMk cId="838912480" sldId="343"/>
        </pc:sldMkLst>
        <pc:spChg chg="mod">
          <ac:chgData name="Brennan Brown" userId="bcf6cc9e-21d7-4e63-b7dc-a8459bd698b0" providerId="ADAL" clId="{30F1509B-5785-4C08-8791-C8021B43727B}" dt="2026-02-19T15:47:22.146" v="347" actId="20577"/>
          <ac:spMkLst>
            <pc:docMk/>
            <pc:sldMk cId="838912480" sldId="343"/>
            <ac:spMk id="2" creationId="{44984129-70CF-C7FB-8155-4E8737ED1348}"/>
          </ac:spMkLst>
        </pc:spChg>
        <pc:spChg chg="mod">
          <ac:chgData name="Brennan Brown" userId="bcf6cc9e-21d7-4e63-b7dc-a8459bd698b0" providerId="ADAL" clId="{30F1509B-5785-4C08-8791-C8021B43727B}" dt="2026-02-19T15:47:33.433" v="383" actId="20577"/>
          <ac:spMkLst>
            <pc:docMk/>
            <pc:sldMk cId="838912480" sldId="343"/>
            <ac:spMk id="3" creationId="{5F3213F9-EE2D-37BD-2CBB-2D503FF17D22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47:58.381" v="388"/>
        <pc:sldMkLst>
          <pc:docMk/>
          <pc:sldMk cId="3247050220" sldId="344"/>
        </pc:sldMkLst>
        <pc:spChg chg="del">
          <ac:chgData name="Brennan Brown" userId="bcf6cc9e-21d7-4e63-b7dc-a8459bd698b0" providerId="ADAL" clId="{30F1509B-5785-4C08-8791-C8021B43727B}" dt="2026-02-19T15:47:52.919" v="387"/>
          <ac:spMkLst>
            <pc:docMk/>
            <pc:sldMk cId="3247050220" sldId="344"/>
            <ac:spMk id="2" creationId="{87ABC59E-9673-540E-ACBF-A5B081C58E7E}"/>
          </ac:spMkLst>
        </pc:spChg>
        <pc:spChg chg="del">
          <ac:chgData name="Brennan Brown" userId="bcf6cc9e-21d7-4e63-b7dc-a8459bd698b0" providerId="ADAL" clId="{30F1509B-5785-4C08-8791-C8021B43727B}" dt="2026-02-19T15:47:58.381" v="388"/>
          <ac:spMkLst>
            <pc:docMk/>
            <pc:sldMk cId="3247050220" sldId="344"/>
            <ac:spMk id="3" creationId="{1C1E6557-3D33-E990-DB60-5E963DC1A93B}"/>
          </ac:spMkLst>
        </pc:spChg>
        <pc:picChg chg="add mod">
          <ac:chgData name="Brennan Brown" userId="bcf6cc9e-21d7-4e63-b7dc-a8459bd698b0" providerId="ADAL" clId="{30F1509B-5785-4C08-8791-C8021B43727B}" dt="2026-02-19T15:47:52.919" v="387"/>
          <ac:picMkLst>
            <pc:docMk/>
            <pc:sldMk cId="3247050220" sldId="344"/>
            <ac:picMk id="4" creationId="{32507073-8542-05B8-4E95-CBB33C4C560B}"/>
          </ac:picMkLst>
        </pc:picChg>
        <pc:picChg chg="add mod">
          <ac:chgData name="Brennan Brown" userId="bcf6cc9e-21d7-4e63-b7dc-a8459bd698b0" providerId="ADAL" clId="{30F1509B-5785-4C08-8791-C8021B43727B}" dt="2026-02-19T15:47:58.381" v="388"/>
          <ac:picMkLst>
            <pc:docMk/>
            <pc:sldMk cId="3247050220" sldId="344"/>
            <ac:picMk id="5" creationId="{E55D5BD4-64F6-D608-3832-468E53B2C479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44:33.556" v="289" actId="362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44:33.556" v="289" actId="362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44:33.556" v="289" actId="3626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76111"/>
            <a:ext cx="8604892" cy="109109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674256" y="1994766"/>
            <a:ext cx="9144000" cy="41578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84129-70CF-C7FB-8155-4E8737ED13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213F9-EE2D-37BD-2CBB-2D503FF17D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Alkene Oxymercuration/</a:t>
            </a:r>
            <a:r>
              <a:rPr lang="en-US" dirty="0" err="1"/>
              <a:t>Demurcuration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912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CE77A4CE-DC81-2459-B583-3ABB811BD1A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139317" y="1030288"/>
            <a:ext cx="5913365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2480E602-2957-C93A-3BA3-697FF767DBEF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319302"/>
            <a:ext cx="7226300" cy="1500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7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32507073-8542-05B8-4E95-CBB33C4C560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817276" y="1030288"/>
            <a:ext cx="4557447" cy="1514475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55D5BD4-64F6-D608-3832-468E53B2C479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610006" y="4311650"/>
            <a:ext cx="6971988" cy="151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502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6E99DC70-6615-B861-3398-3AF60218D5D1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3E934119-C871-8B7A-781A-294F77BC20C7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89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</TotalTime>
  <Words>25</Words>
  <Application>Microsoft Office PowerPoint</Application>
  <PresentationFormat>Widescreen</PresentationFormat>
  <Paragraphs>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