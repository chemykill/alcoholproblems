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3" dt="2026-02-19T15:39:28.9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08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9:33.523" v="281" actId="20578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9:33.523" v="281" actId="20578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9:28.960" v="280" actId="20577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7:33.460" v="257" actId="20577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3.523" v="281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49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