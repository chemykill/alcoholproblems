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7" dt="2026-02-19T15:46:57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6:57.170" v="30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">
        <pc:chgData name="Brennan Brown" userId="bcf6cc9e-21d7-4e63-b7dc-a8459bd698b0" providerId="ADAL" clId="{30F1509B-5785-4C08-8791-C8021B43727B}" dt="2026-02-19T15:46:57.170" v="30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18</Words>
  <Application>Microsoft Office PowerPoint</Application>
  <PresentationFormat>Widescreen</PresentationFormat>
  <Paragraphs>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