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41" r:id="rId12"/>
    <p:sldId id="338" r:id="rId13"/>
    <p:sldId id="339" r:id="rId14"/>
    <p:sldId id="34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43" dt="2026-02-19T15:39:28.9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41:09.662" v="287" actId="680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38:55.226" v="26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new">
        <pc:chgData name="Brennan Brown" userId="bcf6cc9e-21d7-4e63-b7dc-a8459bd698b0" providerId="ADAL" clId="{30F1509B-5785-4C08-8791-C8021B43727B}" dt="2026-02-19T15:41:09.662" v="287" actId="680"/>
        <pc:sldMkLst>
          <pc:docMk/>
          <pc:sldMk cId="2132112343" sldId="341"/>
        </pc:sldMkLst>
      </pc:sldChg>
      <pc:sldMasterChg chg="modSldLayout sldLayoutOrd">
        <pc:chgData name="Brennan Brown" userId="bcf6cc9e-21d7-4e63-b7dc-a8459bd698b0" providerId="ADAL" clId="{30F1509B-5785-4C08-8791-C8021B43727B}" dt="2026-02-19T15:39:35.459" v="282" actId="20578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39:28.960" v="280" actId="20577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37:33.460" v="257" actId="20577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2C48C-1524-495B-9203-AAE468F14E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A5F6BB-F612-BEF4-68B0-8A5B2C026A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2112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</TotalTime>
  <Words>18</Words>
  <Application>Microsoft Office PowerPoint</Application>
  <PresentationFormat>Widescreen</PresentationFormat>
  <Paragraphs>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2026-02-19T15:41:19Z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