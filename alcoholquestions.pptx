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  <p:sldId id="339" r:id="rId13"/>
    <p:sldId id="34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32" dt="2026-02-19T15:37:56.7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3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38:04.018" v="262" actId="1076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modAnim chgLayout">
        <pc:chgData name="Brennan Brown" userId="bcf6cc9e-21d7-4e63-b7dc-a8459bd698b0" providerId="ADAL" clId="{30F1509B-5785-4C08-8791-C8021B43727B}" dt="2026-02-19T15:37:56.770" v="261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modAnim chgLayout">
        <pc:chgData name="Brennan Brown" userId="bcf6cc9e-21d7-4e63-b7dc-a8459bd698b0" providerId="ADAL" clId="{30F1509B-5785-4C08-8791-C8021B43727B}" dt="2026-02-19T15:37:56.770" v="261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addSp delSp modSp new">
        <pc:chgData name="Brennan Brown" userId="bcf6cc9e-21d7-4e63-b7dc-a8459bd698b0" providerId="ADAL" clId="{30F1509B-5785-4C08-8791-C8021B43727B}" dt="2026-02-19T15:27:32.588" v="170"/>
        <pc:sldMkLst>
          <pc:docMk/>
          <pc:sldMk cId="385433050" sldId="338"/>
        </pc:sldMkLst>
        <pc:spChg chg="del">
          <ac:chgData name="Brennan Brown" userId="bcf6cc9e-21d7-4e63-b7dc-a8459bd698b0" providerId="ADAL" clId="{30F1509B-5785-4C08-8791-C8021B43727B}" dt="2026-02-19T15:27:20.100" v="167"/>
          <ac:spMkLst>
            <pc:docMk/>
            <pc:sldMk cId="385433050" sldId="338"/>
            <ac:spMk id="2" creationId="{DBB1E2A0-DC6B-6B84-CDD2-903531F585EA}"/>
          </ac:spMkLst>
        </pc:spChg>
        <pc:spChg chg="add del">
          <ac:chgData name="Brennan Brown" userId="bcf6cc9e-21d7-4e63-b7dc-a8459bd698b0" providerId="ADAL" clId="{30F1509B-5785-4C08-8791-C8021B43727B}" dt="2026-02-19T15:27:32.588" v="170"/>
          <ac:spMkLst>
            <pc:docMk/>
            <pc:sldMk cId="385433050" sldId="338"/>
            <ac:spMk id="3" creationId="{3F215092-FA07-33D5-C86B-88E3E602570A}"/>
          </ac:spMkLst>
        </pc:spChg>
        <pc:spChg chg="add mod">
          <ac:chgData name="Brennan Brown" userId="bcf6cc9e-21d7-4e63-b7dc-a8459bd698b0" providerId="ADAL" clId="{30F1509B-5785-4C08-8791-C8021B43727B}" dt="2026-02-19T15:27:28.817" v="169"/>
          <ac:spMkLst>
            <pc:docMk/>
            <pc:sldMk cId="385433050" sldId="338"/>
            <ac:spMk id="5" creationId="{369C9740-C61D-1D1A-DD0A-F92E4838CE87}"/>
          </ac:spMkLst>
        </pc:spChg>
        <pc:picChg chg="add mod">
          <ac:chgData name="Brennan Brown" userId="bcf6cc9e-21d7-4e63-b7dc-a8459bd698b0" providerId="ADAL" clId="{30F1509B-5785-4C08-8791-C8021B43727B}" dt="2026-02-19T15:27:20.100" v="167"/>
          <ac:picMkLst>
            <pc:docMk/>
            <pc:sldMk cId="385433050" sldId="338"/>
            <ac:picMk id="4" creationId="{D3801708-34EC-BF9D-FA44-635252D12940}"/>
          </ac:picMkLst>
        </pc:picChg>
        <pc:picChg chg="add mod">
          <ac:chgData name="Brennan Brown" userId="bcf6cc9e-21d7-4e63-b7dc-a8459bd698b0" providerId="ADAL" clId="{30F1509B-5785-4C08-8791-C8021B43727B}" dt="2026-02-19T15:27:32.588" v="170"/>
          <ac:picMkLst>
            <pc:docMk/>
            <pc:sldMk cId="385433050" sldId="338"/>
            <ac:picMk id="6" creationId="{82C9C93E-2739-E26C-9484-68718786D68C}"/>
          </ac:picMkLst>
        </pc:picChg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Chg chg="addSp delSp modSp new mod">
        <pc:chgData name="Brennan Brown" userId="bcf6cc9e-21d7-4e63-b7dc-a8459bd698b0" providerId="ADAL" clId="{30F1509B-5785-4C08-8791-C8021B43727B}" dt="2026-02-19T15:28:42.350" v="175"/>
        <pc:sldMkLst>
          <pc:docMk/>
          <pc:sldMk cId="3014626694" sldId="339"/>
        </pc:sldMkLst>
        <pc:spChg chg="del">
          <ac:chgData name="Brennan Brown" userId="bcf6cc9e-21d7-4e63-b7dc-a8459bd698b0" providerId="ADAL" clId="{30F1509B-5785-4C08-8791-C8021B43727B}" dt="2026-02-19T15:27:54.443" v="172"/>
          <ac:spMkLst>
            <pc:docMk/>
            <pc:sldMk cId="3014626694" sldId="339"/>
            <ac:spMk id="2" creationId="{85CE3E16-AE82-735E-5398-E4C162E9CD14}"/>
          </ac:spMkLst>
        </pc:spChg>
        <pc:spChg chg="del">
          <ac:chgData name="Brennan Brown" userId="bcf6cc9e-21d7-4e63-b7dc-a8459bd698b0" providerId="ADAL" clId="{30F1509B-5785-4C08-8791-C8021B43727B}" dt="2026-02-19T15:28:42.350" v="175"/>
          <ac:spMkLst>
            <pc:docMk/>
            <pc:sldMk cId="3014626694" sldId="339"/>
            <ac:spMk id="3" creationId="{6BBE792D-41DD-2E8B-E303-A4716CA5D31A}"/>
          </ac:spMkLst>
        </pc:spChg>
        <pc:spChg chg="add del mod">
          <ac:chgData name="Brennan Brown" userId="bcf6cc9e-21d7-4e63-b7dc-a8459bd698b0" providerId="ADAL" clId="{30F1509B-5785-4C08-8791-C8021B43727B}" dt="2026-02-19T15:28:31.344" v="174" actId="22"/>
          <ac:spMkLst>
            <pc:docMk/>
            <pc:sldMk cId="3014626694" sldId="339"/>
            <ac:spMk id="6" creationId="{DBCFE1C9-367E-D67C-A093-56E783B0DA59}"/>
          </ac:spMkLst>
        </pc:spChg>
        <pc:picChg chg="add del mod">
          <ac:chgData name="Brennan Brown" userId="bcf6cc9e-21d7-4e63-b7dc-a8459bd698b0" providerId="ADAL" clId="{30F1509B-5785-4C08-8791-C8021B43727B}" dt="2026-02-19T15:28:19.073" v="173" actId="478"/>
          <ac:picMkLst>
            <pc:docMk/>
            <pc:sldMk cId="3014626694" sldId="339"/>
            <ac:picMk id="4" creationId="{F40C66BF-BC57-6854-6FEC-0F6F8F5377D5}"/>
          </ac:picMkLst>
        </pc:picChg>
        <pc:picChg chg="add mod ord">
          <ac:chgData name="Brennan Brown" userId="bcf6cc9e-21d7-4e63-b7dc-a8459bd698b0" providerId="ADAL" clId="{30F1509B-5785-4C08-8791-C8021B43727B}" dt="2026-02-19T15:28:31.344" v="174" actId="22"/>
          <ac:picMkLst>
            <pc:docMk/>
            <pc:sldMk cId="3014626694" sldId="339"/>
            <ac:picMk id="8" creationId="{1604B358-AA62-A4D9-CBBF-FADCF25BA970}"/>
          </ac:picMkLst>
        </pc:picChg>
        <pc:picChg chg="add mod">
          <ac:chgData name="Brennan Brown" userId="bcf6cc9e-21d7-4e63-b7dc-a8459bd698b0" providerId="ADAL" clId="{30F1509B-5785-4C08-8791-C8021B43727B}" dt="2026-02-19T15:28:42.350" v="175"/>
          <ac:picMkLst>
            <pc:docMk/>
            <pc:sldMk cId="3014626694" sldId="339"/>
            <ac:picMk id="9" creationId="{9FADD5FF-99B8-4B5A-AA92-EFCD259292F5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9T15:30:06.645" v="180"/>
        <pc:sldMkLst>
          <pc:docMk/>
          <pc:sldMk cId="4104179299" sldId="340"/>
        </pc:sldMkLst>
        <pc:spChg chg="del">
          <ac:chgData name="Brennan Brown" userId="bcf6cc9e-21d7-4e63-b7dc-a8459bd698b0" providerId="ADAL" clId="{30F1509B-5785-4C08-8791-C8021B43727B}" dt="2026-02-19T15:29:04.511" v="177" actId="22"/>
          <ac:spMkLst>
            <pc:docMk/>
            <pc:sldMk cId="4104179299" sldId="340"/>
            <ac:spMk id="2" creationId="{521264B4-EBF3-A6AC-DCF7-36A62FC3170F}"/>
          </ac:spMkLst>
        </pc:spChg>
        <pc:spChg chg="del">
          <ac:chgData name="Brennan Brown" userId="bcf6cc9e-21d7-4e63-b7dc-a8459bd698b0" providerId="ADAL" clId="{30F1509B-5785-4C08-8791-C8021B43727B}" dt="2026-02-19T15:30:06.645" v="180"/>
          <ac:spMkLst>
            <pc:docMk/>
            <pc:sldMk cId="4104179299" sldId="340"/>
            <ac:spMk id="3" creationId="{E1DDA4AC-7D63-B0B2-CD47-14F69514BE92}"/>
          </ac:spMkLst>
        </pc:spChg>
        <pc:spChg chg="add del mod">
          <ac:chgData name="Brennan Brown" userId="bcf6cc9e-21d7-4e63-b7dc-a8459bd698b0" providerId="ADAL" clId="{30F1509B-5785-4C08-8791-C8021B43727B}" dt="2026-02-19T15:29:36.932" v="179" actId="22"/>
          <ac:spMkLst>
            <pc:docMk/>
            <pc:sldMk cId="4104179299" sldId="340"/>
            <ac:spMk id="7" creationId="{D133DBF4-5ED8-B0AA-1481-F2323A30FF4D}"/>
          </ac:spMkLst>
        </pc:spChg>
        <pc:picChg chg="add del mod ord">
          <ac:chgData name="Brennan Brown" userId="bcf6cc9e-21d7-4e63-b7dc-a8459bd698b0" providerId="ADAL" clId="{30F1509B-5785-4C08-8791-C8021B43727B}" dt="2026-02-19T15:29:26.632" v="178" actId="478"/>
          <ac:picMkLst>
            <pc:docMk/>
            <pc:sldMk cId="4104179299" sldId="340"/>
            <ac:picMk id="5" creationId="{61333940-AF45-9B3A-1645-69B2A4483100}"/>
          </ac:picMkLst>
        </pc:picChg>
        <pc:picChg chg="add mod ord">
          <ac:chgData name="Brennan Brown" userId="bcf6cc9e-21d7-4e63-b7dc-a8459bd698b0" providerId="ADAL" clId="{30F1509B-5785-4C08-8791-C8021B43727B}" dt="2026-02-19T15:29:36.932" v="179" actId="22"/>
          <ac:picMkLst>
            <pc:docMk/>
            <pc:sldMk cId="4104179299" sldId="340"/>
            <ac:picMk id="9" creationId="{15E95C16-09F1-5B18-1176-EE2F3CBF1B8B}"/>
          </ac:picMkLst>
        </pc:picChg>
        <pc:picChg chg="add mod">
          <ac:chgData name="Brennan Brown" userId="bcf6cc9e-21d7-4e63-b7dc-a8459bd698b0" providerId="ADAL" clId="{30F1509B-5785-4C08-8791-C8021B43727B}" dt="2026-02-19T15:30:06.645" v="180"/>
          <ac:picMkLst>
            <pc:docMk/>
            <pc:sldMk cId="4104179299" sldId="340"/>
            <ac:picMk id="10" creationId="{32C32021-4208-7E23-9946-4C0F4D27212A}"/>
          </ac:picMkLst>
        </pc:picChg>
      </pc:sldChg>
      <pc:sldMasterChg chg="modSldLayout sldLayoutOrd">
        <pc:chgData name="Brennan Brown" userId="bcf6cc9e-21d7-4e63-b7dc-a8459bd698b0" providerId="ADAL" clId="{30F1509B-5785-4C08-8791-C8021B43727B}" dt="2026-02-19T15:38:04.018" v="262" actId="1076"/>
        <pc:sldMasterMkLst>
          <pc:docMk/>
          <pc:sldMasterMk cId="2719746289" sldId="2147483648"/>
        </pc:sldMasterMkLst>
        <pc:sldLayoutChg chg="addSp delSp modSp mod modAnim">
          <pc:chgData name="Brennan Brown" userId="bcf6cc9e-21d7-4e63-b7dc-a8459bd698b0" providerId="ADAL" clId="{30F1509B-5785-4C08-8791-C8021B43727B}" dt="2026-02-19T15:38:04.018" v="262" actId="1076"/>
          <pc:sldLayoutMkLst>
            <pc:docMk/>
            <pc:sldMasterMk cId="2719746289" sldId="2147483648"/>
            <pc:sldLayoutMk cId="3983859811" sldId="2147483649"/>
          </pc:sldLayoutMkLst>
          <pc:spChg chg="mod">
            <ac:chgData name="Brennan Brown" userId="bcf6cc9e-21d7-4e63-b7dc-a8459bd698b0" providerId="ADAL" clId="{30F1509B-5785-4C08-8791-C8021B43727B}" dt="2026-02-19T15:32:18.932" v="222" actId="1076"/>
            <ac:spMkLst>
              <pc:docMk/>
              <pc:sldMasterMk cId="2719746289" sldId="2147483648"/>
              <pc:sldLayoutMk cId="3983859811" sldId="2147483649"/>
              <ac:spMk id="2" creationId="{40581F45-C111-4723-9BD6-9CC6447CD09A}"/>
            </ac:spMkLst>
          </pc:spChg>
          <pc:spChg chg="add del mod">
            <ac:chgData name="Brennan Brown" userId="bcf6cc9e-21d7-4e63-b7dc-a8459bd698b0" providerId="ADAL" clId="{30F1509B-5785-4C08-8791-C8021B43727B}" dt="2026-02-19T15:32:22.968" v="223" actId="1076"/>
            <ac:spMkLst>
              <pc:docMk/>
              <pc:sldMasterMk cId="2719746289" sldId="2147483648"/>
              <pc:sldLayoutMk cId="3983859811" sldId="2147483649"/>
              <ac:spMk id="3" creationId="{79FAE004-A489-430D-9165-3D7AFD637CF6}"/>
            </ac:spMkLst>
          </pc:spChg>
          <pc:spChg chg="add del">
            <ac:chgData name="Brennan Brown" userId="bcf6cc9e-21d7-4e63-b7dc-a8459bd698b0" providerId="ADAL" clId="{30F1509B-5785-4C08-8791-C8021B43727B}" dt="2026-02-19T15:31:21.296" v="183" actId="11529"/>
            <ac:spMkLst>
              <pc:docMk/>
              <pc:sldMasterMk cId="2719746289" sldId="2147483648"/>
              <pc:sldLayoutMk cId="3983859811" sldId="2147483649"/>
              <ac:spMk id="7" creationId="{DCFA7F77-6FD6-C62F-106A-D416E4F5D606}"/>
            </ac:spMkLst>
          </pc:spChg>
          <pc:spChg chg="add mod">
            <ac:chgData name="Brennan Brown" userId="bcf6cc9e-21d7-4e63-b7dc-a8459bd698b0" providerId="ADAL" clId="{30F1509B-5785-4C08-8791-C8021B43727B}" dt="2026-02-19T15:34:58.219" v="238" actId="1076"/>
            <ac:spMkLst>
              <pc:docMk/>
              <pc:sldMasterMk cId="2719746289" sldId="2147483648"/>
              <pc:sldLayoutMk cId="3983859811" sldId="2147483649"/>
              <ac:spMk id="8" creationId="{E0407E84-8BFA-34CE-DEE6-9765C519D47E}"/>
            </ac:spMkLst>
          </pc:spChg>
          <pc:spChg chg="add mod ord">
            <ac:chgData name="Brennan Brown" userId="bcf6cc9e-21d7-4e63-b7dc-a8459bd698b0" providerId="ADAL" clId="{30F1509B-5785-4C08-8791-C8021B43727B}" dt="2026-02-19T15:34:50.680" v="237" actId="207"/>
            <ac:spMkLst>
              <pc:docMk/>
              <pc:sldMasterMk cId="2719746289" sldId="2147483648"/>
              <pc:sldLayoutMk cId="3983859811" sldId="2147483649"/>
              <ac:spMk id="9" creationId="{1E5F0057-E3C0-8956-CADE-0C28009221C6}"/>
            </ac:spMkLst>
          </pc:spChg>
          <pc:spChg chg="add del">
            <ac:chgData name="Brennan Brown" userId="bcf6cc9e-21d7-4e63-b7dc-a8459bd698b0" providerId="ADAL" clId="{30F1509B-5785-4C08-8791-C8021B43727B}" dt="2026-02-19T15:35:07.196" v="240" actId="478"/>
            <ac:spMkLst>
              <pc:docMk/>
              <pc:sldMasterMk cId="2719746289" sldId="2147483648"/>
              <pc:sldLayoutMk cId="3983859811" sldId="2147483649"/>
              <ac:spMk id="10" creationId="{890786DA-33B2-9608-0F47-CB37A8FE6A1A}"/>
            </ac:spMkLst>
          </pc:spChg>
          <pc:spChg chg="add mod">
            <ac:chgData name="Brennan Brown" userId="bcf6cc9e-21d7-4e63-b7dc-a8459bd698b0" providerId="ADAL" clId="{30F1509B-5785-4C08-8791-C8021B43727B}" dt="2026-02-19T15:37:33.460" v="257" actId="20577"/>
            <ac:spMkLst>
              <pc:docMk/>
              <pc:sldMasterMk cId="2719746289" sldId="2147483648"/>
              <pc:sldLayoutMk cId="3983859811" sldId="2147483649"/>
              <ac:spMk id="11" creationId="{805E7421-4D8D-69B4-6D72-0B86DC96C2FA}"/>
            </ac:spMkLst>
          </pc:spChg>
          <pc:spChg chg="add mod ord">
            <ac:chgData name="Brennan Brown" userId="bcf6cc9e-21d7-4e63-b7dc-a8459bd698b0" providerId="ADAL" clId="{30F1509B-5785-4C08-8791-C8021B43727B}" dt="2026-02-19T15:36:42.661" v="254" actId="171"/>
            <ac:spMkLst>
              <pc:docMk/>
              <pc:sldMasterMk cId="2719746289" sldId="2147483648"/>
              <pc:sldLayoutMk cId="3983859811" sldId="2147483649"/>
              <ac:spMk id="12" creationId="{9953CE9B-0F8E-0EAC-02E5-55F6E8D38629}"/>
            </ac:spMkLst>
          </pc:spChg>
          <pc:spChg chg="add mod">
            <ac:chgData name="Brennan Brown" userId="bcf6cc9e-21d7-4e63-b7dc-a8459bd698b0" providerId="ADAL" clId="{30F1509B-5785-4C08-8791-C8021B43727B}" dt="2026-02-19T15:37:55.006" v="260" actId="1076"/>
            <ac:spMkLst>
              <pc:docMk/>
              <pc:sldMasterMk cId="2719746289" sldId="2147483648"/>
              <pc:sldLayoutMk cId="3983859811" sldId="2147483649"/>
              <ac:spMk id="13" creationId="{274BE651-857D-2041-37D3-CDCEF3B8430E}"/>
            </ac:spMkLst>
          </pc:spChg>
          <pc:spChg chg="add mod">
            <ac:chgData name="Brennan Brown" userId="bcf6cc9e-21d7-4e63-b7dc-a8459bd698b0" providerId="ADAL" clId="{30F1509B-5785-4C08-8791-C8021B43727B}" dt="2026-02-19T15:37:55.006" v="260" actId="1076"/>
            <ac:spMkLst>
              <pc:docMk/>
              <pc:sldMasterMk cId="2719746289" sldId="2147483648"/>
              <pc:sldLayoutMk cId="3983859811" sldId="2147483649"/>
              <ac:spMk id="14" creationId="{4EC9F5D0-F10D-A364-7F4E-73B968C2536F}"/>
            </ac:spMkLst>
          </pc:spChg>
          <pc:spChg chg="add mod">
            <ac:chgData name="Brennan Brown" userId="bcf6cc9e-21d7-4e63-b7dc-a8459bd698b0" providerId="ADAL" clId="{30F1509B-5785-4C08-8791-C8021B43727B}" dt="2026-02-19T15:38:04.018" v="262" actId="1076"/>
            <ac:spMkLst>
              <pc:docMk/>
              <pc:sldMasterMk cId="2719746289" sldId="2147483648"/>
              <pc:sldLayoutMk cId="3983859811" sldId="2147483649"/>
              <ac:spMk id="15" creationId="{78CD2D05-0D58-396C-AECC-75EF97CAA1BA}"/>
            </ac:spMkLst>
          </pc:spChg>
          <pc:spChg chg="add mod">
            <ac:chgData name="Brennan Brown" userId="bcf6cc9e-21d7-4e63-b7dc-a8459bd698b0" providerId="ADAL" clId="{30F1509B-5785-4C08-8791-C8021B43727B}" dt="2026-02-19T15:38:04.018" v="262" actId="1076"/>
            <ac:spMkLst>
              <pc:docMk/>
              <pc:sldMasterMk cId="2719746289" sldId="2147483648"/>
              <pc:sldLayoutMk cId="3983859811" sldId="2147483649"/>
              <ac:spMk id="16" creationId="{34B476B9-688B-31F7-C7DD-8CF319FD171E}"/>
            </ac:spMkLst>
          </pc:spChg>
        </pc:sldLayoutChg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E5F0057-E3C0-8956-CADE-0C28009221C6}"/>
              </a:ext>
            </a:extLst>
          </p:cNvPr>
          <p:cNvSpPr/>
          <p:nvPr userDrawn="1"/>
        </p:nvSpPr>
        <p:spPr>
          <a:xfrm>
            <a:off x="1932316" y="2893504"/>
            <a:ext cx="7556740" cy="2685524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271418"/>
            <a:ext cx="10498347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129631"/>
            <a:ext cx="9144000" cy="35748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407E84-8BFA-34CE-DEE6-9765C519D47E}"/>
              </a:ext>
            </a:extLst>
          </p:cNvPr>
          <p:cNvSpPr txBox="1"/>
          <p:nvPr userDrawn="1"/>
        </p:nvSpPr>
        <p:spPr>
          <a:xfrm>
            <a:off x="4572000" y="3079774"/>
            <a:ext cx="2553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Vani" panose="02040502050405020303" pitchFamily="18" charset="0"/>
                <a:cs typeface="Vani" panose="02040502050405020303" pitchFamily="18" charset="0"/>
              </a:rPr>
              <a:t>Choose a Question: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53CE9B-0F8E-0EAC-02E5-55F6E8D38629}"/>
              </a:ext>
            </a:extLst>
          </p:cNvPr>
          <p:cNvSpPr/>
          <p:nvPr userDrawn="1"/>
        </p:nvSpPr>
        <p:spPr>
          <a:xfrm>
            <a:off x="2507671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05E7421-4D8D-69B4-6D72-0B86DC96C2FA}"/>
              </a:ext>
            </a:extLst>
          </p:cNvPr>
          <p:cNvSpPr/>
          <p:nvPr userDrawn="1"/>
        </p:nvSpPr>
        <p:spPr>
          <a:xfrm>
            <a:off x="2447636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74BE651-857D-2041-37D3-CDCEF3B8430E}"/>
              </a:ext>
            </a:extLst>
          </p:cNvPr>
          <p:cNvSpPr/>
          <p:nvPr userDrawn="1"/>
        </p:nvSpPr>
        <p:spPr>
          <a:xfrm>
            <a:off x="3827969" y="4047629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EC9F5D0-F10D-A364-7F4E-73B968C2536F}"/>
              </a:ext>
            </a:extLst>
          </p:cNvPr>
          <p:cNvSpPr/>
          <p:nvPr userDrawn="1"/>
        </p:nvSpPr>
        <p:spPr>
          <a:xfrm>
            <a:off x="3767934" y="3987594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8CD2D05-0D58-396C-AECC-75EF97CAA1BA}"/>
              </a:ext>
            </a:extLst>
          </p:cNvPr>
          <p:cNvSpPr/>
          <p:nvPr userDrawn="1"/>
        </p:nvSpPr>
        <p:spPr>
          <a:xfrm>
            <a:off x="5308195" y="4077854"/>
            <a:ext cx="932873" cy="932873"/>
          </a:xfrm>
          <a:prstGeom prst="ellipse">
            <a:avLst/>
          </a:prstGeom>
          <a:ln>
            <a:noFill/>
          </a:ln>
          <a:effectLst>
            <a:glow rad="63500">
              <a:schemeClr val="accent4">
                <a:satMod val="175000"/>
                <a:alpha val="40000"/>
              </a:schemeClr>
            </a:glow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4B476B9-688B-31F7-C7DD-8CF319FD171E}"/>
              </a:ext>
            </a:extLst>
          </p:cNvPr>
          <p:cNvSpPr/>
          <p:nvPr userDrawn="1"/>
        </p:nvSpPr>
        <p:spPr>
          <a:xfrm>
            <a:off x="5248160" y="4017819"/>
            <a:ext cx="1052945" cy="1052945"/>
          </a:xfrm>
          <a:prstGeom prst="ellipse">
            <a:avLst/>
          </a:prstGeom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6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3801708-34EC-BF9D-FA44-635252D1294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3978584" y="1030288"/>
            <a:ext cx="4234832" cy="1514475"/>
          </a:xfrm>
          <a:prstGeom prst="rect">
            <a:avLst/>
          </a:prstGeom>
        </p:spPr>
      </p:pic>
      <p:pic>
        <p:nvPicPr>
          <p:cNvPr id="6" name="Online Image Placeholder 5">
            <a:extLst>
              <a:ext uri="{FF2B5EF4-FFF2-40B4-BE49-F238E27FC236}">
                <a16:creationId xmlns:a16="http://schemas.microsoft.com/office/drawing/2014/main" id="{82C9C93E-2739-E26C-9484-68718786D68C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66300"/>
            <a:ext cx="7226300" cy="80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1604B358-AA62-A4D9-CBBF-FADCF25BA970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6471" y="1092103"/>
            <a:ext cx="3639058" cy="1390844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9FADD5FF-99B8-4B5A-AA92-EFCD259292F5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05659"/>
            <a:ext cx="7226300" cy="92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62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15E95C16-09F1-5B18-1176-EE2F3CBF1B8B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271708" y="1149261"/>
            <a:ext cx="3648584" cy="1276528"/>
          </a:xfrm>
          <a:prstGeom prst="rect">
            <a:avLst/>
          </a:prstGeom>
        </p:spPr>
      </p:pic>
      <p:pic>
        <p:nvPicPr>
          <p:cNvPr id="10" name="Online Image Placeholder 9">
            <a:extLst>
              <a:ext uri="{FF2B5EF4-FFF2-40B4-BE49-F238E27FC236}">
                <a16:creationId xmlns:a16="http://schemas.microsoft.com/office/drawing/2014/main" id="{32C32021-4208-7E23-9946-4C0F4D27212A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2482850" y="4687315"/>
            <a:ext cx="7226300" cy="764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4179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</TotalTime>
  <Words>18</Words>
  <Application>Microsoft Office PowerPoint</Application>
  <PresentationFormat>Widescreen</PresentationFormat>
  <Paragraphs>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2026-02-19T15:38:04Z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