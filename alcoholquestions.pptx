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5" dt="2026-02-19T15:44:26.8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6:28.895" v="304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new">
        <pc:chgData name="Brennan Brown" userId="bcf6cc9e-21d7-4e63-b7dc-a8459bd698b0" providerId="ADAL" clId="{30F1509B-5785-4C08-8791-C8021B43727B}" dt="2026-02-19T15:46:28.895" v="304" actId="680"/>
        <pc:sldMkLst>
          <pc:docMk/>
          <pc:sldMk cId="2037179664" sldId="341"/>
        </pc:sldMkLst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80732736-A46F-CE71-55B9-25FC8DD46DB8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F63B748B-DB31-8A6F-0868-F06154F5AA74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18</Words>
  <Application>Microsoft Office PowerPoint</Application>
  <PresentationFormat>Widescreen</PresentationFormat>
  <Paragraphs>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