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20" dt="2026-02-19T15:30:06.6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30:06.645" v="180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26:40.760" v="164" actId="20578"/>
        <pc:sldMasterMkLst>
          <pc:docMk/>
          <pc:sldMasterMk cId="2719746289" sldId="2147483648"/>
        </pc:sldMasterMkLst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2026-02-19T15:30:17Z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