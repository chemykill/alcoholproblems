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5" dt="2026-02-19T15:44:26.8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6:04.506" v="301" actId="107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04.506" v="301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2.077" v="300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04.506" v="301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7745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729674" y="1967201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