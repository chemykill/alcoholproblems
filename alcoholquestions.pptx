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13" dt="2026-02-19T15:26:22.0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6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26:40.760" v="164" actId="20578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new">
        <pc:chgData name="Brennan Brown" userId="bcf6cc9e-21d7-4e63-b7dc-a8459bd698b0" providerId="ADAL" clId="{30F1509B-5785-4C08-8791-C8021B43727B}" dt="2026-02-19T15:10:55.640" v="160" actId="680"/>
        <pc:sldMkLst>
          <pc:docMk/>
          <pc:sldMk cId="2336822022" sldId="338"/>
        </pc:sldMkLst>
      </pc:sldChg>
      <pc:sldMasterChg chg="modSldLayout sldLayoutOrd">
        <pc:chgData name="Brennan Brown" userId="bcf6cc9e-21d7-4e63-b7dc-a8459bd698b0" providerId="ADAL" clId="{30F1509B-5785-4C08-8791-C8021B43727B}" dt="2026-02-19T15:26:40.760" v="164" actId="20578"/>
        <pc:sldMasterMkLst>
          <pc:docMk/>
          <pc:sldMasterMk cId="2719746289" sldId="2147483648"/>
        </pc:sldMasterMkLst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CB50A119-D8E8-3E6C-EBB1-BF280168A5BE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12B0E730-6B73-028B-C7D1-E4418AC6DED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22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</TotalTime>
  <Words>18</Words>
  <Application>Microsoft Office PowerPoint</Application>
  <PresentationFormat>Widescreen</PresentationFormat>
  <Paragraphs>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2026-02-19T15:26:42Z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