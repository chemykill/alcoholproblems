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0" dt="2026-02-18T16:04:42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9T15:10:55.640" v="160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new">
        <pc:chgData name="Brennan Brown" userId="bcf6cc9e-21d7-4e63-b7dc-a8459bd698b0" providerId="ADAL" clId="{30F1509B-5785-4C08-8791-C8021B43727B}" dt="2026-02-19T15:10:55.640" v="160" actId="680"/>
        <pc:sldMkLst>
          <pc:docMk/>
          <pc:sldMk cId="2336822022" sldId="33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CB50A119-D8E8-3E6C-EBB1-BF280168A5BE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12B0E730-6B73-028B-C7D1-E4418AC6DED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22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18</Words>
  <Application>Microsoft Office PowerPoint</Application>
  <PresentationFormat>Widescreen</PresentationFormat>
  <Paragraphs>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