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8" dt="2026-02-19T15:36:56.0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6:56.062" v="255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6:56.062" v="255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6:56.062" v="255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6:56.062" v="255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6:56.062" v="255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5:28.968" v="244" actId="339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