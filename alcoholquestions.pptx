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9" dt="2026-02-19T15:37:25.3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7:25.304" v="25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7:25.304" v="25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7:25.304" v="25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7:25.304" v="25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7:25.304" v="25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4:50.680" v="237" actId="207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5:28.968" v="244" actId="339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