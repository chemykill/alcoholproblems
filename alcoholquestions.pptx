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  <p:sldId id="339" r:id="rId13"/>
    <p:sldId id="340" r:id="rId14"/>
    <p:sldId id="343" r:id="rId15"/>
    <p:sldId id="341" r:id="rId16"/>
    <p:sldId id="344" r:id="rId17"/>
    <p:sldId id="34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47" dt="2026-02-19T15:46:57.1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08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47:40.698" v="386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modAnim chgLayout">
        <pc:chgData name="Brennan Brown" userId="bcf6cc9e-21d7-4e63-b7dc-a8459bd698b0" providerId="ADAL" clId="{30F1509B-5785-4C08-8791-C8021B43727B}" dt="2026-02-19T15:40:21.280" v="286" actId="1076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40:19.184" v="285" actId="1076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40:21.280" v="286" actId="1076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modAnim chgLayout">
        <pc:chgData name="Brennan Brown" userId="bcf6cc9e-21d7-4e63-b7dc-a8459bd698b0" providerId="ADAL" clId="{30F1509B-5785-4C08-8791-C8021B43727B}" dt="2026-02-19T15:46:11.900" v="303" actId="1076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46:08.386" v="302" actId="1076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46:11.900" v="303" actId="1076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9T15:30:06.645" v="180"/>
        <pc:sldMkLst>
          <pc:docMk/>
          <pc:sldMk cId="4104179299" sldId="340"/>
        </pc:sldMkLst>
        <pc:spChg chg="del">
          <ac:chgData name="Brennan Brown" userId="bcf6cc9e-21d7-4e63-b7dc-a8459bd698b0" providerId="ADAL" clId="{30F1509B-5785-4C08-8791-C8021B43727B}" dt="2026-02-19T15:29:04.511" v="177" actId="22"/>
          <ac:spMkLst>
            <pc:docMk/>
            <pc:sldMk cId="4104179299" sldId="340"/>
            <ac:spMk id="2" creationId="{521264B4-EBF3-A6AC-DCF7-36A62FC3170F}"/>
          </ac:spMkLst>
        </pc:spChg>
        <pc:spChg chg="del">
          <ac:chgData name="Brennan Brown" userId="bcf6cc9e-21d7-4e63-b7dc-a8459bd698b0" providerId="ADAL" clId="{30F1509B-5785-4C08-8791-C8021B43727B}" dt="2026-02-19T15:30:06.645" v="180"/>
          <ac:spMkLst>
            <pc:docMk/>
            <pc:sldMk cId="4104179299" sldId="340"/>
            <ac:spMk id="3" creationId="{E1DDA4AC-7D63-B0B2-CD47-14F69514BE92}"/>
          </ac:spMkLst>
        </pc:spChg>
        <pc:spChg chg="add del mod">
          <ac:chgData name="Brennan Brown" userId="bcf6cc9e-21d7-4e63-b7dc-a8459bd698b0" providerId="ADAL" clId="{30F1509B-5785-4C08-8791-C8021B43727B}" dt="2026-02-19T15:29:36.932" v="179" actId="22"/>
          <ac:spMkLst>
            <pc:docMk/>
            <pc:sldMk cId="4104179299" sldId="340"/>
            <ac:spMk id="7" creationId="{D133DBF4-5ED8-B0AA-1481-F2323A30FF4D}"/>
          </ac:spMkLst>
        </pc:spChg>
        <pc:picChg chg="add del mod ord">
          <ac:chgData name="Brennan Brown" userId="bcf6cc9e-21d7-4e63-b7dc-a8459bd698b0" providerId="ADAL" clId="{30F1509B-5785-4C08-8791-C8021B43727B}" dt="2026-02-19T15:29:26.632" v="178" actId="478"/>
          <ac:picMkLst>
            <pc:docMk/>
            <pc:sldMk cId="4104179299" sldId="340"/>
            <ac:picMk id="5" creationId="{61333940-AF45-9B3A-1645-69B2A4483100}"/>
          </ac:picMkLst>
        </pc:picChg>
        <pc:picChg chg="add mod ord">
          <ac:chgData name="Brennan Brown" userId="bcf6cc9e-21d7-4e63-b7dc-a8459bd698b0" providerId="ADAL" clId="{30F1509B-5785-4C08-8791-C8021B43727B}" dt="2026-02-19T15:29:36.932" v="179" actId="22"/>
          <ac:picMkLst>
            <pc:docMk/>
            <pc:sldMk cId="4104179299" sldId="340"/>
            <ac:picMk id="9" creationId="{15E95C16-09F1-5B18-1176-EE2F3CBF1B8B}"/>
          </ac:picMkLst>
        </pc:picChg>
        <pc:picChg chg="add mod">
          <ac:chgData name="Brennan Brown" userId="bcf6cc9e-21d7-4e63-b7dc-a8459bd698b0" providerId="ADAL" clId="{30F1509B-5785-4C08-8791-C8021B43727B}" dt="2026-02-19T15:30:06.645" v="180"/>
          <ac:picMkLst>
            <pc:docMk/>
            <pc:sldMk cId="4104179299" sldId="340"/>
            <ac:picMk id="10" creationId="{32C32021-4208-7E23-9946-4C0F4D27212A}"/>
          </ac:picMkLst>
        </pc:picChg>
      </pc:sldChg>
      <pc:sldChg chg="addSp delSp modSp new ord">
        <pc:chgData name="Brennan Brown" userId="bcf6cc9e-21d7-4e63-b7dc-a8459bd698b0" providerId="ADAL" clId="{30F1509B-5785-4C08-8791-C8021B43727B}" dt="2026-02-19T15:47:40.698" v="386"/>
        <pc:sldMkLst>
          <pc:docMk/>
          <pc:sldMk cId="2037179664" sldId="341"/>
        </pc:sldMkLst>
        <pc:spChg chg="del">
          <ac:chgData name="Brennan Brown" userId="bcf6cc9e-21d7-4e63-b7dc-a8459bd698b0" providerId="ADAL" clId="{30F1509B-5785-4C08-8791-C8021B43727B}" dt="2026-02-19T15:46:47.376" v="305"/>
          <ac:spMkLst>
            <pc:docMk/>
            <pc:sldMk cId="2037179664" sldId="341"/>
            <ac:spMk id="2" creationId="{80732736-A46F-CE71-55B9-25FC8DD46DB8}"/>
          </ac:spMkLst>
        </pc:spChg>
        <pc:spChg chg="del">
          <ac:chgData name="Brennan Brown" userId="bcf6cc9e-21d7-4e63-b7dc-a8459bd698b0" providerId="ADAL" clId="{30F1509B-5785-4C08-8791-C8021B43727B}" dt="2026-02-19T15:46:57.170" v="306"/>
          <ac:spMkLst>
            <pc:docMk/>
            <pc:sldMk cId="2037179664" sldId="341"/>
            <ac:spMk id="3" creationId="{F63B748B-DB31-8A6F-0868-F06154F5AA74}"/>
          </ac:spMkLst>
        </pc:spChg>
        <pc:picChg chg="add mod">
          <ac:chgData name="Brennan Brown" userId="bcf6cc9e-21d7-4e63-b7dc-a8459bd698b0" providerId="ADAL" clId="{30F1509B-5785-4C08-8791-C8021B43727B}" dt="2026-02-19T15:46:47.376" v="305"/>
          <ac:picMkLst>
            <pc:docMk/>
            <pc:sldMk cId="2037179664" sldId="341"/>
            <ac:picMk id="4" creationId="{CE77A4CE-DC81-2459-B583-3ABB811BD1A2}"/>
          </ac:picMkLst>
        </pc:picChg>
        <pc:picChg chg="add mod">
          <ac:chgData name="Brennan Brown" userId="bcf6cc9e-21d7-4e63-b7dc-a8459bd698b0" providerId="ADAL" clId="{30F1509B-5785-4C08-8791-C8021B43727B}" dt="2026-02-19T15:46:57.170" v="306"/>
          <ac:picMkLst>
            <pc:docMk/>
            <pc:sldMk cId="2037179664" sldId="341"/>
            <ac:picMk id="5" creationId="{2480E602-2957-C93A-3BA3-697FF767DBEF}"/>
          </ac:picMkLst>
        </pc:picChg>
      </pc:sldChg>
      <pc:sldChg chg="modSp new del mod">
        <pc:chgData name="Brennan Brown" userId="bcf6cc9e-21d7-4e63-b7dc-a8459bd698b0" providerId="ADAL" clId="{30F1509B-5785-4C08-8791-C8021B43727B}" dt="2026-02-19T15:45:39.201" v="290" actId="47"/>
        <pc:sldMkLst>
          <pc:docMk/>
          <pc:sldMk cId="2132112343" sldId="341"/>
        </pc:sldMkLst>
        <pc:spChg chg="mod">
          <ac:chgData name="Brennan Brown" userId="bcf6cc9e-21d7-4e63-b7dc-a8459bd698b0" providerId="ADAL" clId="{30F1509B-5785-4C08-8791-C8021B43727B}" dt="2026-02-19T15:42:11.597" v="288" actId="27636"/>
          <ac:spMkLst>
            <pc:docMk/>
            <pc:sldMk cId="2132112343" sldId="341"/>
            <ac:spMk id="3" creationId="{12A5F6BB-F612-BEF4-68B0-8A5B2C026A62}"/>
          </ac:spMkLst>
        </pc:spChg>
      </pc:sldChg>
      <pc:sldChg chg="new">
        <pc:chgData name="Brennan Brown" userId="bcf6cc9e-21d7-4e63-b7dc-a8459bd698b0" providerId="ADAL" clId="{30F1509B-5785-4C08-8791-C8021B43727B}" dt="2026-02-19T15:47:00.174" v="307" actId="680"/>
        <pc:sldMkLst>
          <pc:docMk/>
          <pc:sldMk cId="3094289431" sldId="342"/>
        </pc:sldMkLst>
      </pc:sldChg>
      <pc:sldChg chg="modSp new mod">
        <pc:chgData name="Brennan Brown" userId="bcf6cc9e-21d7-4e63-b7dc-a8459bd698b0" providerId="ADAL" clId="{30F1509B-5785-4C08-8791-C8021B43727B}" dt="2026-02-19T15:47:33.433" v="383" actId="20577"/>
        <pc:sldMkLst>
          <pc:docMk/>
          <pc:sldMk cId="838912480" sldId="343"/>
        </pc:sldMkLst>
        <pc:spChg chg="mod">
          <ac:chgData name="Brennan Brown" userId="bcf6cc9e-21d7-4e63-b7dc-a8459bd698b0" providerId="ADAL" clId="{30F1509B-5785-4C08-8791-C8021B43727B}" dt="2026-02-19T15:47:22.146" v="347" actId="20577"/>
          <ac:spMkLst>
            <pc:docMk/>
            <pc:sldMk cId="838912480" sldId="343"/>
            <ac:spMk id="2" creationId="{44984129-70CF-C7FB-8155-4E8737ED1348}"/>
          </ac:spMkLst>
        </pc:spChg>
        <pc:spChg chg="mod">
          <ac:chgData name="Brennan Brown" userId="bcf6cc9e-21d7-4e63-b7dc-a8459bd698b0" providerId="ADAL" clId="{30F1509B-5785-4C08-8791-C8021B43727B}" dt="2026-02-19T15:47:33.433" v="383" actId="20577"/>
          <ac:spMkLst>
            <pc:docMk/>
            <pc:sldMk cId="838912480" sldId="343"/>
            <ac:spMk id="3" creationId="{5F3213F9-EE2D-37BD-2CBB-2D503FF17D22}"/>
          </ac:spMkLst>
        </pc:spChg>
      </pc:sldChg>
      <pc:sldChg chg="new">
        <pc:chgData name="Brennan Brown" userId="bcf6cc9e-21d7-4e63-b7dc-a8459bd698b0" providerId="ADAL" clId="{30F1509B-5785-4C08-8791-C8021B43727B}" dt="2026-02-19T15:47:36.376" v="384" actId="680"/>
        <pc:sldMkLst>
          <pc:docMk/>
          <pc:sldMk cId="3247050220" sldId="344"/>
        </pc:sldMkLst>
      </pc:sldChg>
      <pc:sldMasterChg chg="modSldLayout sldLayoutOrd">
        <pc:chgData name="Brennan Brown" userId="bcf6cc9e-21d7-4e63-b7dc-a8459bd698b0" providerId="ADAL" clId="{30F1509B-5785-4C08-8791-C8021B43727B}" dt="2026-02-19T15:44:33.556" v="289" actId="3626"/>
        <pc:sldMasterMkLst>
          <pc:docMk/>
          <pc:sldMasterMk cId="2719746289" sldId="2147483648"/>
        </pc:sldMasterMkLst>
        <pc:sldLayoutChg chg="addSp delSp modSp mod modAnim">
          <pc:chgData name="Brennan Brown" userId="bcf6cc9e-21d7-4e63-b7dc-a8459bd698b0" providerId="ADAL" clId="{30F1509B-5785-4C08-8791-C8021B43727B}" dt="2026-02-19T15:44:33.556" v="289" actId="3626"/>
          <pc:sldLayoutMkLst>
            <pc:docMk/>
            <pc:sldMasterMk cId="2719746289" sldId="2147483648"/>
            <pc:sldLayoutMk cId="3983859811" sldId="2147483649"/>
          </pc:sldLayoutMkLst>
          <pc:spChg chg="mod">
            <ac:chgData name="Brennan Brown" userId="bcf6cc9e-21d7-4e63-b7dc-a8459bd698b0" providerId="ADAL" clId="{30F1509B-5785-4C08-8791-C8021B43727B}" dt="2026-02-19T15:32:18.932" v="222" actId="1076"/>
            <ac:spMkLst>
              <pc:docMk/>
              <pc:sldMasterMk cId="2719746289" sldId="2147483648"/>
              <pc:sldLayoutMk cId="3983859811" sldId="2147483649"/>
              <ac:spMk id="2" creationId="{40581F45-C111-4723-9BD6-9CC6447CD09A}"/>
            </ac:spMkLst>
          </pc:spChg>
          <pc:spChg chg="add del mod">
            <ac:chgData name="Brennan Brown" userId="bcf6cc9e-21d7-4e63-b7dc-a8459bd698b0" providerId="ADAL" clId="{30F1509B-5785-4C08-8791-C8021B43727B}" dt="2026-02-19T15:32:22.968" v="223" actId="1076"/>
            <ac:spMkLst>
              <pc:docMk/>
              <pc:sldMasterMk cId="2719746289" sldId="2147483648"/>
              <pc:sldLayoutMk cId="3983859811" sldId="2147483649"/>
              <ac:spMk id="3" creationId="{79FAE004-A489-430D-9165-3D7AFD637CF6}"/>
            </ac:spMkLst>
          </pc:spChg>
          <pc:spChg chg="add del">
            <ac:chgData name="Brennan Brown" userId="bcf6cc9e-21d7-4e63-b7dc-a8459bd698b0" providerId="ADAL" clId="{30F1509B-5785-4C08-8791-C8021B43727B}" dt="2026-02-19T15:31:21.296" v="183" actId="11529"/>
            <ac:spMkLst>
              <pc:docMk/>
              <pc:sldMasterMk cId="2719746289" sldId="2147483648"/>
              <pc:sldLayoutMk cId="3983859811" sldId="2147483649"/>
              <ac:spMk id="7" creationId="{DCFA7F77-6FD6-C62F-106A-D416E4F5D606}"/>
            </ac:spMkLst>
          </pc:spChg>
          <pc:spChg chg="add mod">
            <ac:chgData name="Brennan Brown" userId="bcf6cc9e-21d7-4e63-b7dc-a8459bd698b0" providerId="ADAL" clId="{30F1509B-5785-4C08-8791-C8021B43727B}" dt="2026-02-19T15:34:58.219" v="238" actId="1076"/>
            <ac:spMkLst>
              <pc:docMk/>
              <pc:sldMasterMk cId="2719746289" sldId="2147483648"/>
              <pc:sldLayoutMk cId="3983859811" sldId="2147483649"/>
              <ac:spMk id="8" creationId="{E0407E84-8BFA-34CE-DEE6-9765C519D47E}"/>
            </ac:spMkLst>
          </pc:spChg>
          <pc:spChg chg="add mod ord">
            <ac:chgData name="Brennan Brown" userId="bcf6cc9e-21d7-4e63-b7dc-a8459bd698b0" providerId="ADAL" clId="{30F1509B-5785-4C08-8791-C8021B43727B}" dt="2026-02-19T15:39:14.016" v="270" actId="1076"/>
            <ac:spMkLst>
              <pc:docMk/>
              <pc:sldMasterMk cId="2719746289" sldId="2147483648"/>
              <pc:sldLayoutMk cId="3983859811" sldId="2147483649"/>
              <ac:spMk id="9" creationId="{1E5F0057-E3C0-8956-CADE-0C28009221C6}"/>
            </ac:spMkLst>
          </pc:spChg>
          <pc:spChg chg="add del">
            <ac:chgData name="Brennan Brown" userId="bcf6cc9e-21d7-4e63-b7dc-a8459bd698b0" providerId="ADAL" clId="{30F1509B-5785-4C08-8791-C8021B43727B}" dt="2026-02-19T15:35:07.196" v="240" actId="478"/>
            <ac:spMkLst>
              <pc:docMk/>
              <pc:sldMasterMk cId="2719746289" sldId="2147483648"/>
              <pc:sldLayoutMk cId="3983859811" sldId="2147483649"/>
              <ac:spMk id="10" creationId="{890786DA-33B2-9608-0F47-CB37A8FE6A1A}"/>
            </ac:spMkLst>
          </pc:spChg>
          <pc:spChg chg="add mod">
            <ac:chgData name="Brennan Brown" userId="bcf6cc9e-21d7-4e63-b7dc-a8459bd698b0" providerId="ADAL" clId="{30F1509B-5785-4C08-8791-C8021B43727B}" dt="2026-02-19T15:44:33.556" v="289" actId="3626"/>
            <ac:spMkLst>
              <pc:docMk/>
              <pc:sldMasterMk cId="2719746289" sldId="2147483648"/>
              <pc:sldLayoutMk cId="3983859811" sldId="2147483649"/>
              <ac:spMk id="11" creationId="{805E7421-4D8D-69B4-6D72-0B86DC96C2FA}"/>
            </ac:spMkLst>
          </pc:spChg>
          <pc:spChg chg="add mod ord">
            <ac:chgData name="Brennan Brown" userId="bcf6cc9e-21d7-4e63-b7dc-a8459bd698b0" providerId="ADAL" clId="{30F1509B-5785-4C08-8791-C8021B43727B}" dt="2026-02-19T15:36:42.661" v="254" actId="171"/>
            <ac:spMkLst>
              <pc:docMk/>
              <pc:sldMasterMk cId="2719746289" sldId="2147483648"/>
              <pc:sldLayoutMk cId="3983859811" sldId="2147483649"/>
              <ac:spMk id="12" creationId="{9953CE9B-0F8E-0EAC-02E5-55F6E8D38629}"/>
            </ac:spMkLst>
          </pc:spChg>
          <pc:spChg chg="add mod">
            <ac:chgData name="Brennan Brown" userId="bcf6cc9e-21d7-4e63-b7dc-a8459bd698b0" providerId="ADAL" clId="{30F1509B-5785-4C08-8791-C8021B43727B}" dt="2026-02-19T15:38:39.780" v="265" actId="1076"/>
            <ac:spMkLst>
              <pc:docMk/>
              <pc:sldMasterMk cId="2719746289" sldId="2147483648"/>
              <pc:sldLayoutMk cId="3983859811" sldId="2147483649"/>
              <ac:spMk id="13" creationId="{274BE651-857D-2041-37D3-CDCEF3B8430E}"/>
            </ac:spMkLst>
          </pc:spChg>
          <pc:spChg chg="add mod">
            <ac:chgData name="Brennan Brown" userId="bcf6cc9e-21d7-4e63-b7dc-a8459bd698b0" providerId="ADAL" clId="{30F1509B-5785-4C08-8791-C8021B43727B}" dt="2026-02-19T15:39:28.960" v="280" actId="20577"/>
            <ac:spMkLst>
              <pc:docMk/>
              <pc:sldMasterMk cId="2719746289" sldId="2147483648"/>
              <pc:sldLayoutMk cId="3983859811" sldId="2147483649"/>
              <ac:spMk id="14" creationId="{4EC9F5D0-F10D-A364-7F4E-73B968C2536F}"/>
            </ac:spMkLst>
          </pc:spChg>
          <pc:spChg chg="add mod">
            <ac:chgData name="Brennan Brown" userId="bcf6cc9e-21d7-4e63-b7dc-a8459bd698b0" providerId="ADAL" clId="{30F1509B-5785-4C08-8791-C8021B43727B}" dt="2026-02-19T15:38:49.998" v="266" actId="1076"/>
            <ac:spMkLst>
              <pc:docMk/>
              <pc:sldMasterMk cId="2719746289" sldId="2147483648"/>
              <pc:sldLayoutMk cId="3983859811" sldId="2147483649"/>
              <ac:spMk id="15" creationId="{78CD2D05-0D58-396C-AECC-75EF97CAA1BA}"/>
            </ac:spMkLst>
          </pc:spChg>
          <pc:spChg chg="add mod">
            <ac:chgData name="Brennan Brown" userId="bcf6cc9e-21d7-4e63-b7dc-a8459bd698b0" providerId="ADAL" clId="{30F1509B-5785-4C08-8791-C8021B43727B}" dt="2026-02-19T15:39:25.311" v="278" actId="20577"/>
            <ac:spMkLst>
              <pc:docMk/>
              <pc:sldMasterMk cId="2719746289" sldId="2147483648"/>
              <pc:sldLayoutMk cId="3983859811" sldId="2147483649"/>
              <ac:spMk id="16" creationId="{34B476B9-688B-31F7-C7DD-8CF319FD171E}"/>
            </ac:spMkLst>
          </pc:spChg>
          <pc:spChg chg="add mod">
            <ac:chgData name="Brennan Brown" userId="bcf6cc9e-21d7-4e63-b7dc-a8459bd698b0" providerId="ADAL" clId="{30F1509B-5785-4C08-8791-C8021B43727B}" dt="2026-02-19T15:39:01.313" v="268" actId="1076"/>
            <ac:spMkLst>
              <pc:docMk/>
              <pc:sldMasterMk cId="2719746289" sldId="2147483648"/>
              <pc:sldLayoutMk cId="3983859811" sldId="2147483649"/>
              <ac:spMk id="17" creationId="{03F4276D-5884-546E-034B-3B4270179EAB}"/>
            </ac:spMkLst>
          </pc:spChg>
          <pc:spChg chg="add mod">
            <ac:chgData name="Brennan Brown" userId="bcf6cc9e-21d7-4e63-b7dc-a8459bd698b0" providerId="ADAL" clId="{30F1509B-5785-4C08-8791-C8021B43727B}" dt="2026-02-19T15:39:21.265" v="276" actId="20577"/>
            <ac:spMkLst>
              <pc:docMk/>
              <pc:sldMasterMk cId="2719746289" sldId="2147483648"/>
              <pc:sldLayoutMk cId="3983859811" sldId="2147483649"/>
              <ac:spMk id="18" creationId="{6068D649-689D-DEFA-A6C7-0A0842A90146}"/>
            </ac:spMkLst>
          </pc:spChg>
          <pc:spChg chg="add mod">
            <ac:chgData name="Brennan Brown" userId="bcf6cc9e-21d7-4e63-b7dc-a8459bd698b0" providerId="ADAL" clId="{30F1509B-5785-4C08-8791-C8021B43727B}" dt="2026-02-19T15:39:07.542" v="269" actId="1076"/>
            <ac:spMkLst>
              <pc:docMk/>
              <pc:sldMasterMk cId="2719746289" sldId="2147483648"/>
              <pc:sldLayoutMk cId="3983859811" sldId="2147483649"/>
              <ac:spMk id="19" creationId="{12B9BB3E-BE59-9F51-A324-2CFD22535A1C}"/>
            </ac:spMkLst>
          </pc:spChg>
          <pc:spChg chg="add mod">
            <ac:chgData name="Brennan Brown" userId="bcf6cc9e-21d7-4e63-b7dc-a8459bd698b0" providerId="ADAL" clId="{30F1509B-5785-4C08-8791-C8021B43727B}" dt="2026-02-19T15:39:17.270" v="272" actId="20577"/>
            <ac:spMkLst>
              <pc:docMk/>
              <pc:sldMasterMk cId="2719746289" sldId="2147483648"/>
              <pc:sldLayoutMk cId="3983859811" sldId="2147483649"/>
              <ac:spMk id="20" creationId="{578954B9-9661-4C18-574F-49C975FF44E2}"/>
            </ac:spMkLst>
          </pc:spChg>
        </pc:sldLayoutChg>
        <pc:sldLayoutChg chg="ord">
          <pc:chgData name="Brennan Brown" userId="bcf6cc9e-21d7-4e63-b7dc-a8459bd698b0" providerId="ADAL" clId="{30F1509B-5785-4C08-8791-C8021B43727B}" dt="2026-02-19T15:39:35.459" v="282" actId="20578"/>
          <pc:sldLayoutMkLst>
            <pc:docMk/>
            <pc:sldMasterMk cId="2719746289" sldId="2147483648"/>
            <pc:sldLayoutMk cId="845933481" sldId="2147483662"/>
          </pc:sldLayoutMkLst>
        </pc:sldLayoutChg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5F0057-E3C0-8956-CADE-0C28009221C6}"/>
              </a:ext>
            </a:extLst>
          </p:cNvPr>
          <p:cNvSpPr/>
          <p:nvPr userDrawn="1"/>
        </p:nvSpPr>
        <p:spPr>
          <a:xfrm>
            <a:off x="2070339" y="2893504"/>
            <a:ext cx="7556740" cy="2685524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271418"/>
            <a:ext cx="10498347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29631"/>
            <a:ext cx="9144000" cy="35748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407E84-8BFA-34CE-DEE6-9765C519D47E}"/>
              </a:ext>
            </a:extLst>
          </p:cNvPr>
          <p:cNvSpPr txBox="1"/>
          <p:nvPr userDrawn="1"/>
        </p:nvSpPr>
        <p:spPr>
          <a:xfrm>
            <a:off x="4572000" y="3079774"/>
            <a:ext cx="2553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ani" panose="02040502050405020303" pitchFamily="18" charset="0"/>
                <a:cs typeface="Vani" panose="02040502050405020303" pitchFamily="18" charset="0"/>
              </a:rPr>
              <a:t>Choose a Question: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953CE9B-0F8E-0EAC-02E5-55F6E8D38629}"/>
              </a:ext>
            </a:extLst>
          </p:cNvPr>
          <p:cNvSpPr/>
          <p:nvPr userDrawn="1"/>
        </p:nvSpPr>
        <p:spPr>
          <a:xfrm>
            <a:off x="2507671" y="4077854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05E7421-4D8D-69B4-6D72-0B86DC96C2FA}"/>
              </a:ext>
            </a:extLst>
          </p:cNvPr>
          <p:cNvSpPr/>
          <p:nvPr userDrawn="1"/>
        </p:nvSpPr>
        <p:spPr>
          <a:xfrm>
            <a:off x="2447636" y="4017819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74BE651-857D-2041-37D3-CDCEF3B8430E}"/>
              </a:ext>
            </a:extLst>
          </p:cNvPr>
          <p:cNvSpPr/>
          <p:nvPr userDrawn="1"/>
        </p:nvSpPr>
        <p:spPr>
          <a:xfrm>
            <a:off x="3981878" y="4073850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EC9F5D0-F10D-A364-7F4E-73B968C2536F}"/>
              </a:ext>
            </a:extLst>
          </p:cNvPr>
          <p:cNvSpPr/>
          <p:nvPr userDrawn="1"/>
        </p:nvSpPr>
        <p:spPr>
          <a:xfrm>
            <a:off x="3921843" y="4013815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8CD2D05-0D58-396C-AECC-75EF97CAA1BA}"/>
              </a:ext>
            </a:extLst>
          </p:cNvPr>
          <p:cNvSpPr/>
          <p:nvPr userDrawn="1"/>
        </p:nvSpPr>
        <p:spPr>
          <a:xfrm>
            <a:off x="5456085" y="4074007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4B476B9-688B-31F7-C7DD-8CF319FD171E}"/>
              </a:ext>
            </a:extLst>
          </p:cNvPr>
          <p:cNvSpPr/>
          <p:nvPr userDrawn="1"/>
        </p:nvSpPr>
        <p:spPr>
          <a:xfrm>
            <a:off x="5396050" y="4013972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3F4276D-5884-546E-034B-3B4270179EAB}"/>
              </a:ext>
            </a:extLst>
          </p:cNvPr>
          <p:cNvSpPr/>
          <p:nvPr userDrawn="1"/>
        </p:nvSpPr>
        <p:spPr>
          <a:xfrm>
            <a:off x="6930292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068D649-689D-DEFA-A6C7-0A0842A90146}"/>
              </a:ext>
            </a:extLst>
          </p:cNvPr>
          <p:cNvSpPr/>
          <p:nvPr userDrawn="1"/>
        </p:nvSpPr>
        <p:spPr>
          <a:xfrm>
            <a:off x="6870257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2B9BB3E-BE59-9F51-A324-2CFD22535A1C}"/>
              </a:ext>
            </a:extLst>
          </p:cNvPr>
          <p:cNvSpPr/>
          <p:nvPr userDrawn="1"/>
        </p:nvSpPr>
        <p:spPr>
          <a:xfrm>
            <a:off x="8404499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78954B9-9661-4C18-574F-49C975FF44E2}"/>
              </a:ext>
            </a:extLst>
          </p:cNvPr>
          <p:cNvSpPr/>
          <p:nvPr userDrawn="1"/>
        </p:nvSpPr>
        <p:spPr>
          <a:xfrm>
            <a:off x="8344464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2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6" grpId="0" animBg="1"/>
      <p:bldP spid="18" grpId="0" animBg="1"/>
      <p:bldP spid="20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876111"/>
            <a:ext cx="8604892" cy="1091090"/>
          </a:xfrm>
        </p:spPr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74256" y="1994766"/>
            <a:ext cx="9144000" cy="41578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69956" y="-496667"/>
            <a:ext cx="10498347" cy="2387600"/>
          </a:xfrm>
        </p:spPr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971738" y="1890933"/>
            <a:ext cx="9144000" cy="571610"/>
          </a:xfrm>
        </p:spPr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15E95C16-09F1-5B18-1176-EE2F3CBF1B8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1708" y="1149261"/>
            <a:ext cx="3648584" cy="1276528"/>
          </a:xfrm>
          <a:prstGeom prst="rect">
            <a:avLst/>
          </a:prstGeom>
        </p:spPr>
      </p:pic>
      <p:pic>
        <p:nvPicPr>
          <p:cNvPr id="10" name="Online Image Placeholder 9">
            <a:extLst>
              <a:ext uri="{FF2B5EF4-FFF2-40B4-BE49-F238E27FC236}">
                <a16:creationId xmlns:a16="http://schemas.microsoft.com/office/drawing/2014/main" id="{32C32021-4208-7E23-9946-4C0F4D27212A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87315"/>
            <a:ext cx="7226300" cy="76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84129-70CF-C7FB-8155-4E8737ED13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3213F9-EE2D-37BD-2CBB-2D503FF17D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Alkene Oxymercuration/</a:t>
            </a:r>
            <a:r>
              <a:rPr lang="en-US" dirty="0" err="1"/>
              <a:t>Demurcuration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89124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CE77A4CE-DC81-2459-B583-3ABB811BD1A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139317" y="1030288"/>
            <a:ext cx="5913365" cy="1514475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2480E602-2957-C93A-3BA3-697FF767DBEF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319302"/>
            <a:ext cx="7226300" cy="1500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1796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nline Image Placeholder 1">
            <a:extLst>
              <a:ext uri="{FF2B5EF4-FFF2-40B4-BE49-F238E27FC236}">
                <a16:creationId xmlns:a16="http://schemas.microsoft.com/office/drawing/2014/main" id="{87ABC59E-9673-540E-ACBF-A5B081C58E7E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1C1E6557-3D33-E990-DB60-5E963DC1A93B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0502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nline Image Placeholder 1">
            <a:extLst>
              <a:ext uri="{FF2B5EF4-FFF2-40B4-BE49-F238E27FC236}">
                <a16:creationId xmlns:a16="http://schemas.microsoft.com/office/drawing/2014/main" id="{6E99DC70-6615-B861-3398-3AF60218D5D1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3E934119-C871-8B7A-781A-294F77BC20C7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2894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81</TotalTime>
  <Words>25</Words>
  <Application>Microsoft Office PowerPoint</Application>
  <PresentationFormat>Widescreen</PresentationFormat>
  <Paragraphs>8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2026-02-19T15:47:42Z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