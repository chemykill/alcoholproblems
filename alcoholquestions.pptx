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  <p:sldId id="335" r:id="rId9"/>
    <p:sldId id="33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0" dt="2026-02-18T16:04:42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8T16:08:53.927" v="34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new">
        <pc:chgData name="Brennan Brown" userId="bcf6cc9e-21d7-4e63-b7dc-a8459bd698b0" providerId="ADAL" clId="{30F1509B-5785-4C08-8791-C8021B43727B}" dt="2026-02-18T16:08:53.927" v="34" actId="680"/>
        <pc:sldMkLst>
          <pc:docMk/>
          <pc:sldMk cId="3840861800" sldId="33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DD068385-5191-4850-2424-A7DF30BCC330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A56DF067-434A-6167-91F8-2A26C809D9BC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7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2026-02-18T16:08:55Z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