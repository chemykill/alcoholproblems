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60" r:id="rId5"/>
    <p:sldId id="332" r:id="rId6"/>
    <p:sldId id="333" r:id="rId7"/>
    <p:sldId id="334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addSld delSld modSld sldOrd">
      <pc:chgData name="Brennan Brown" userId="bcf6cc9e-21d7-4e63-b7dc-a8459bd698b0" providerId="ADAL" clId="{30F1509B-5785-4C08-8791-C8021B43727B}" dt="2026-02-18T12:46:33.917" v="4" actId="47"/>
      <pc:docMkLst>
        <pc:docMk/>
      </pc:docMkLst>
      <pc:sldChg chg="new">
        <pc:chgData name="Brennan Brown" userId="bcf6cc9e-21d7-4e63-b7dc-a8459bd698b0" providerId="ADAL" clId="{30F1509B-5785-4C08-8791-C8021B43727B}" dt="2026-02-17T22:03:10.382" v="0" actId="680"/>
        <pc:sldMkLst>
          <pc:docMk/>
          <pc:sldMk cId="3797059458" sldId="334"/>
        </pc:sldMkLst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4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Relationship Id="rId6" Type="http://schemas.openxmlformats.org/officeDocument/2006/relationships/audio" Target="../media/audio1.wav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nline Image Placeholder 1">
            <a:extLst>
              <a:ext uri="{FF2B5EF4-FFF2-40B4-BE49-F238E27FC236}">
                <a16:creationId xmlns:a16="http://schemas.microsoft.com/office/drawing/2014/main" id="{6DAAE1D4-0CF2-4B2B-5957-14FB48180C0E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Online Image Placeholder 2">
            <a:extLst>
              <a:ext uri="{FF2B5EF4-FFF2-40B4-BE49-F238E27FC236}">
                <a16:creationId xmlns:a16="http://schemas.microsoft.com/office/drawing/2014/main" id="{60F26EA3-04E8-C3B7-EA6A-24A036BCD4D7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nline Image Placeholder 1">
            <a:extLst>
              <a:ext uri="{FF2B5EF4-FFF2-40B4-BE49-F238E27FC236}">
                <a16:creationId xmlns:a16="http://schemas.microsoft.com/office/drawing/2014/main" id="{35420568-D2A1-3022-C7D4-036500EE130F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Online Image Placeholder 2">
            <a:extLst>
              <a:ext uri="{FF2B5EF4-FFF2-40B4-BE49-F238E27FC236}">
                <a16:creationId xmlns:a16="http://schemas.microsoft.com/office/drawing/2014/main" id="{F099ADB6-1F06-C663-A558-DC665F0BCE52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53</TotalTime>
  <Words>7</Words>
  <Application>Microsoft Office PowerPoint</Application>
  <PresentationFormat>Widescreen</PresentationFormat>
  <Paragraphs>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Vani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2026-02-18T12:46:44Z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