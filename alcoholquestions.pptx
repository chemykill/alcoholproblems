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  <p:sldId id="345" r:id="rId19"/>
    <p:sldId id="346" r:id="rId20"/>
    <p:sldId id="347" r:id="rId21"/>
    <p:sldId id="348" r:id="rId22"/>
    <p:sldId id="34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60" dt="2026-02-19T15:50:38.8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51:02.541" v="533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8:16.645" v="390"/>
        <pc:sldMkLst>
          <pc:docMk/>
          <pc:sldMk cId="3094289431" sldId="342"/>
        </pc:sldMkLst>
        <pc:spChg chg="del">
          <ac:chgData name="Brennan Brown" userId="bcf6cc9e-21d7-4e63-b7dc-a8459bd698b0" providerId="ADAL" clId="{30F1509B-5785-4C08-8791-C8021B43727B}" dt="2026-02-19T15:48:10.221" v="389"/>
          <ac:spMkLst>
            <pc:docMk/>
            <pc:sldMk cId="3094289431" sldId="342"/>
            <ac:spMk id="2" creationId="{6E99DC70-6615-B861-3398-3AF60218D5D1}"/>
          </ac:spMkLst>
        </pc:spChg>
        <pc:spChg chg="del">
          <ac:chgData name="Brennan Brown" userId="bcf6cc9e-21d7-4e63-b7dc-a8459bd698b0" providerId="ADAL" clId="{30F1509B-5785-4C08-8791-C8021B43727B}" dt="2026-02-19T15:48:16.645" v="390"/>
          <ac:spMkLst>
            <pc:docMk/>
            <pc:sldMk cId="3094289431" sldId="342"/>
            <ac:spMk id="3" creationId="{3E934119-C871-8B7A-781A-294F77BC20C7}"/>
          </ac:spMkLst>
        </pc:spChg>
        <pc:picChg chg="add mod">
          <ac:chgData name="Brennan Brown" userId="bcf6cc9e-21d7-4e63-b7dc-a8459bd698b0" providerId="ADAL" clId="{30F1509B-5785-4C08-8791-C8021B43727B}" dt="2026-02-19T15:48:10.221" v="389"/>
          <ac:picMkLst>
            <pc:docMk/>
            <pc:sldMk cId="3094289431" sldId="342"/>
            <ac:picMk id="4" creationId="{3823B1DD-EED7-1551-C6F9-9685348BED21}"/>
          </ac:picMkLst>
        </pc:picChg>
        <pc:picChg chg="add mod">
          <ac:chgData name="Brennan Brown" userId="bcf6cc9e-21d7-4e63-b7dc-a8459bd698b0" providerId="ADAL" clId="{30F1509B-5785-4C08-8791-C8021B43727B}" dt="2026-02-19T15:48:16.645" v="390"/>
          <ac:picMkLst>
            <pc:docMk/>
            <pc:sldMk cId="3094289431" sldId="342"/>
            <ac:picMk id="5" creationId="{875E15F5-F5CD-B3B4-3D23-025DAC599C4B}"/>
          </ac:picMkLst>
        </pc:picChg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Chg chg="modSp new mod">
        <pc:chgData name="Brennan Brown" userId="bcf6cc9e-21d7-4e63-b7dc-a8459bd698b0" providerId="ADAL" clId="{30F1509B-5785-4C08-8791-C8021B43727B}" dt="2026-02-19T15:48:50.044" v="456" actId="20577"/>
        <pc:sldMkLst>
          <pc:docMk/>
          <pc:sldMk cId="3647756474" sldId="345"/>
        </pc:sldMkLst>
        <pc:spChg chg="mod">
          <ac:chgData name="Brennan Brown" userId="bcf6cc9e-21d7-4e63-b7dc-a8459bd698b0" providerId="ADAL" clId="{30F1509B-5785-4C08-8791-C8021B43727B}" dt="2026-02-19T15:48:40.721" v="421" actId="20577"/>
          <ac:spMkLst>
            <pc:docMk/>
            <pc:sldMk cId="3647756474" sldId="345"/>
            <ac:spMk id="2" creationId="{4A70416C-E422-05BA-04C9-0C41FC83BD33}"/>
          </ac:spMkLst>
        </pc:spChg>
        <pc:spChg chg="mod">
          <ac:chgData name="Brennan Brown" userId="bcf6cc9e-21d7-4e63-b7dc-a8459bd698b0" providerId="ADAL" clId="{30F1509B-5785-4C08-8791-C8021B43727B}" dt="2026-02-19T15:48:50.044" v="456" actId="20577"/>
          <ac:spMkLst>
            <pc:docMk/>
            <pc:sldMk cId="3647756474" sldId="345"/>
            <ac:spMk id="3" creationId="{4381359B-772E-DD5B-F641-064152BB5999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9:19.531" v="461"/>
        <pc:sldMkLst>
          <pc:docMk/>
          <pc:sldMk cId="4265754142" sldId="346"/>
        </pc:sldMkLst>
        <pc:spChg chg="del">
          <ac:chgData name="Brennan Brown" userId="bcf6cc9e-21d7-4e63-b7dc-a8459bd698b0" providerId="ADAL" clId="{30F1509B-5785-4C08-8791-C8021B43727B}" dt="2026-02-19T15:49:04.512" v="458"/>
          <ac:spMkLst>
            <pc:docMk/>
            <pc:sldMk cId="4265754142" sldId="346"/>
            <ac:spMk id="2" creationId="{6884A9C5-45C4-5048-0531-8F61F8BA1399}"/>
          </ac:spMkLst>
        </pc:spChg>
        <pc:spChg chg="add del">
          <ac:chgData name="Brennan Brown" userId="bcf6cc9e-21d7-4e63-b7dc-a8459bd698b0" providerId="ADAL" clId="{30F1509B-5785-4C08-8791-C8021B43727B}" dt="2026-02-19T15:49:19.531" v="461"/>
          <ac:spMkLst>
            <pc:docMk/>
            <pc:sldMk cId="4265754142" sldId="346"/>
            <ac:spMk id="3" creationId="{1090A25B-9EA0-E29F-9264-FD11F02B52DE}"/>
          </ac:spMkLst>
        </pc:spChg>
        <pc:picChg chg="add mod">
          <ac:chgData name="Brennan Brown" userId="bcf6cc9e-21d7-4e63-b7dc-a8459bd698b0" providerId="ADAL" clId="{30F1509B-5785-4C08-8791-C8021B43727B}" dt="2026-02-19T15:49:04.512" v="458"/>
          <ac:picMkLst>
            <pc:docMk/>
            <pc:sldMk cId="4265754142" sldId="346"/>
            <ac:picMk id="4" creationId="{39B1B1D6-E426-8487-B71C-D788351316D4}"/>
          </ac:picMkLst>
        </pc:picChg>
        <pc:picChg chg="add mod">
          <ac:chgData name="Brennan Brown" userId="bcf6cc9e-21d7-4e63-b7dc-a8459bd698b0" providerId="ADAL" clId="{30F1509B-5785-4C08-8791-C8021B43727B}" dt="2026-02-19T15:49:12.145" v="460"/>
          <ac:picMkLst>
            <pc:docMk/>
            <pc:sldMk cId="4265754142" sldId="346"/>
            <ac:picMk id="5" creationId="{2FB8C743-5DF1-6D06-F6EA-7EC025860C79}"/>
          </ac:picMkLst>
        </pc:picChg>
        <pc:picChg chg="add mod">
          <ac:chgData name="Brennan Brown" userId="bcf6cc9e-21d7-4e63-b7dc-a8459bd698b0" providerId="ADAL" clId="{30F1509B-5785-4C08-8791-C8021B43727B}" dt="2026-02-19T15:49:19.531" v="461"/>
          <ac:picMkLst>
            <pc:docMk/>
            <pc:sldMk cId="4265754142" sldId="346"/>
            <ac:picMk id="6" creationId="{C8963B7B-CB86-D2FB-374F-93DB81C25B88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9:34.632" v="464"/>
        <pc:sldMkLst>
          <pc:docMk/>
          <pc:sldMk cId="4135642992" sldId="347"/>
        </pc:sldMkLst>
        <pc:spChg chg="del">
          <ac:chgData name="Brennan Brown" userId="bcf6cc9e-21d7-4e63-b7dc-a8459bd698b0" providerId="ADAL" clId="{30F1509B-5785-4C08-8791-C8021B43727B}" dt="2026-02-19T15:49:28.129" v="463"/>
          <ac:spMkLst>
            <pc:docMk/>
            <pc:sldMk cId="4135642992" sldId="347"/>
            <ac:spMk id="2" creationId="{9B055169-9CA6-28C8-DD30-FBCF7DFEB7CC}"/>
          </ac:spMkLst>
        </pc:spChg>
        <pc:spChg chg="del">
          <ac:chgData name="Brennan Brown" userId="bcf6cc9e-21d7-4e63-b7dc-a8459bd698b0" providerId="ADAL" clId="{30F1509B-5785-4C08-8791-C8021B43727B}" dt="2026-02-19T15:49:34.632" v="464"/>
          <ac:spMkLst>
            <pc:docMk/>
            <pc:sldMk cId="4135642992" sldId="347"/>
            <ac:spMk id="3" creationId="{36E38EC0-913A-2C5A-EB71-681D03DE0D87}"/>
          </ac:spMkLst>
        </pc:spChg>
        <pc:picChg chg="add mod">
          <ac:chgData name="Brennan Brown" userId="bcf6cc9e-21d7-4e63-b7dc-a8459bd698b0" providerId="ADAL" clId="{30F1509B-5785-4C08-8791-C8021B43727B}" dt="2026-02-19T15:49:28.129" v="463"/>
          <ac:picMkLst>
            <pc:docMk/>
            <pc:sldMk cId="4135642992" sldId="347"/>
            <ac:picMk id="4" creationId="{AC482706-AFEF-D64A-64CB-67127AA53B36}"/>
          </ac:picMkLst>
        </pc:picChg>
        <pc:picChg chg="add mod">
          <ac:chgData name="Brennan Brown" userId="bcf6cc9e-21d7-4e63-b7dc-a8459bd698b0" providerId="ADAL" clId="{30F1509B-5785-4C08-8791-C8021B43727B}" dt="2026-02-19T15:49:34.632" v="464"/>
          <ac:picMkLst>
            <pc:docMk/>
            <pc:sldMk cId="4135642992" sldId="347"/>
            <ac:picMk id="5" creationId="{E8D3EA6F-2930-4C84-90BB-F8E10A9556FE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9:46.444" v="467"/>
        <pc:sldMkLst>
          <pc:docMk/>
          <pc:sldMk cId="731585160" sldId="348"/>
        </pc:sldMkLst>
        <pc:spChg chg="del">
          <ac:chgData name="Brennan Brown" userId="bcf6cc9e-21d7-4e63-b7dc-a8459bd698b0" providerId="ADAL" clId="{30F1509B-5785-4C08-8791-C8021B43727B}" dt="2026-02-19T15:49:41.285" v="466"/>
          <ac:spMkLst>
            <pc:docMk/>
            <pc:sldMk cId="731585160" sldId="348"/>
            <ac:spMk id="2" creationId="{5C735E46-0E45-F464-4F68-1958A8038836}"/>
          </ac:spMkLst>
        </pc:spChg>
        <pc:spChg chg="del">
          <ac:chgData name="Brennan Brown" userId="bcf6cc9e-21d7-4e63-b7dc-a8459bd698b0" providerId="ADAL" clId="{30F1509B-5785-4C08-8791-C8021B43727B}" dt="2026-02-19T15:49:46.444" v="467"/>
          <ac:spMkLst>
            <pc:docMk/>
            <pc:sldMk cId="731585160" sldId="348"/>
            <ac:spMk id="3" creationId="{0EC19F60-F8C1-0B01-B692-303895E1830B}"/>
          </ac:spMkLst>
        </pc:spChg>
        <pc:picChg chg="add mod">
          <ac:chgData name="Brennan Brown" userId="bcf6cc9e-21d7-4e63-b7dc-a8459bd698b0" providerId="ADAL" clId="{30F1509B-5785-4C08-8791-C8021B43727B}" dt="2026-02-19T15:49:41.285" v="466"/>
          <ac:picMkLst>
            <pc:docMk/>
            <pc:sldMk cId="731585160" sldId="348"/>
            <ac:picMk id="4" creationId="{DCA1C07A-EA14-1B11-26D7-87BF5FF6D683}"/>
          </ac:picMkLst>
        </pc:picChg>
        <pc:picChg chg="add mod">
          <ac:chgData name="Brennan Brown" userId="bcf6cc9e-21d7-4e63-b7dc-a8459bd698b0" providerId="ADAL" clId="{30F1509B-5785-4C08-8791-C8021B43727B}" dt="2026-02-19T15:49:46.444" v="467"/>
          <ac:picMkLst>
            <pc:docMk/>
            <pc:sldMk cId="731585160" sldId="348"/>
            <ac:picMk id="5" creationId="{5662FB57-A6F8-C67D-848F-A53C48D8C426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51:02.541" v="533" actId="1076"/>
        <pc:sldMkLst>
          <pc:docMk/>
          <pc:sldMk cId="190537893" sldId="349"/>
        </pc:sldMkLst>
        <pc:spChg chg="del">
          <ac:chgData name="Brennan Brown" userId="bcf6cc9e-21d7-4e63-b7dc-a8459bd698b0" providerId="ADAL" clId="{30F1509B-5785-4C08-8791-C8021B43727B}" dt="2026-02-19T15:50:06.482" v="469" actId="700"/>
          <ac:spMkLst>
            <pc:docMk/>
            <pc:sldMk cId="190537893" sldId="349"/>
            <ac:spMk id="2" creationId="{7C84D977-FF6F-B5AB-B9D9-E6CF90297DE5}"/>
          </ac:spMkLst>
        </pc:spChg>
        <pc:spChg chg="del">
          <ac:chgData name="Brennan Brown" userId="bcf6cc9e-21d7-4e63-b7dc-a8459bd698b0" providerId="ADAL" clId="{30F1509B-5785-4C08-8791-C8021B43727B}" dt="2026-02-19T15:50:06.482" v="469" actId="700"/>
          <ac:spMkLst>
            <pc:docMk/>
            <pc:sldMk cId="190537893" sldId="349"/>
            <ac:spMk id="3" creationId="{83BBA219-DC79-4829-0B87-0A3902727A01}"/>
          </ac:spMkLst>
        </pc:spChg>
        <pc:spChg chg="add mod">
          <ac:chgData name="Brennan Brown" userId="bcf6cc9e-21d7-4e63-b7dc-a8459bd698b0" providerId="ADAL" clId="{30F1509B-5785-4C08-8791-C8021B43727B}" dt="2026-02-19T15:51:02.541" v="533" actId="1076"/>
          <ac:spMkLst>
            <pc:docMk/>
            <pc:sldMk cId="190537893" sldId="349"/>
            <ac:spMk id="4" creationId="{0B2B0EAA-C8CD-A21B-7D85-349DBAF43F39}"/>
          </ac:spMkLst>
        </pc:spChg>
        <pc:spChg chg="add mod">
          <ac:chgData name="Brennan Brown" userId="bcf6cc9e-21d7-4e63-b7dc-a8459bd698b0" providerId="ADAL" clId="{30F1509B-5785-4C08-8791-C8021B43727B}" dt="2026-02-19T15:50:49.370" v="528" actId="1076"/>
          <ac:spMkLst>
            <pc:docMk/>
            <pc:sldMk cId="190537893" sldId="349"/>
            <ac:spMk id="5" creationId="{0F58866C-040F-2387-B1F3-BD4733FEC8E2}"/>
          </ac:spMkLst>
        </pc:spChg>
        <pc:picChg chg="add mod">
          <ac:chgData name="Brennan Brown" userId="bcf6cc9e-21d7-4e63-b7dc-a8459bd698b0" providerId="ADAL" clId="{30F1509B-5785-4C08-8791-C8021B43727B}" dt="2026-02-19T15:50:56.851" v="532" actId="1076"/>
          <ac:picMkLst>
            <pc:docMk/>
            <pc:sldMk cId="190537893" sldId="349"/>
            <ac:picMk id="6" creationId="{29EC0766-1B02-331E-4622-6190D89FB91E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823B1DD-EED7-1551-C6F9-9685348BED21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85246" y="1030288"/>
            <a:ext cx="422150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75E15F5-F5CD-B3B4-3D23-025DAC599C4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67184" y="4311650"/>
            <a:ext cx="685763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416C-E422-05BA-04C9-0C41FC83BD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</a:t>
            </a:r>
            <a:r>
              <a:rPr lang="en-US" dirty="0" err="1"/>
              <a:t>Alchols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1359B-772E-DD5B-F641-064152BB59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Hydroboration/Oxidation of Alkenes</a:t>
            </a:r>
          </a:p>
        </p:txBody>
      </p:sp>
    </p:spTree>
    <p:extLst>
      <p:ext uri="{BB962C8B-B14F-4D97-AF65-F5344CB8AC3E}">
        <p14:creationId xmlns:p14="http://schemas.microsoft.com/office/powerpoint/2010/main" val="3647756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9B1B1D6-E426-8487-B71C-D788351316D4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2968002" y="1030288"/>
            <a:ext cx="6255995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C8963B7B-CB86-D2FB-374F-93DB81C25B8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844990" y="4311650"/>
            <a:ext cx="6502020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54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AC482706-AFEF-D64A-64CB-67127AA53B36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51658" y="1030288"/>
            <a:ext cx="4488684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8D3EA6F-2930-4C84-90BB-F8E10A9556FE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03641" y="4311650"/>
            <a:ext cx="698471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642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CA1C07A-EA14-1B11-26D7-87BF5FF6D68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768196" y="1030288"/>
            <a:ext cx="4655608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5662FB57-A6F8-C67D-848F-A53C48D8C426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264109" y="4311650"/>
            <a:ext cx="566378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85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B0EAA-C8CD-A21B-7D85-349DBAF43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62182" y="1044114"/>
            <a:ext cx="7158182" cy="1608182"/>
          </a:xfrm>
        </p:spPr>
        <p:txBody>
          <a:bodyPr>
            <a:normAutofit fontScale="90000"/>
          </a:bodyPr>
          <a:lstStyle/>
          <a:p>
            <a:r>
              <a:rPr lang="en-US" dirty="0"/>
              <a:t>Preparation of Alcohols: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F58866C-040F-2387-B1F3-BD4733FE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726" y="2473553"/>
            <a:ext cx="4987637" cy="3574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Carbonyl Reduction Reactions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EC0766-1B02-331E-4622-6190D89FB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886" y="865371"/>
            <a:ext cx="5193791" cy="1787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537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40</Words>
  <Application>Microsoft Office PowerPoint</Application>
  <PresentationFormat>Widescreen</PresentationFormat>
  <Paragraphs>12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Alchols</vt:lpstr>
      <vt:lpstr>PowerPoint Presentation</vt:lpstr>
      <vt:lpstr>PowerPoint Presentation</vt:lpstr>
      <vt:lpstr>PowerPoint Presentation</vt:lpstr>
      <vt:lpstr>Preparation of Alcohols: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