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3" r:id="rId5"/>
    <p:sldMasterId id="2147483661" r:id="rId6"/>
  </p:sldMasterIdLst>
  <p:sldIdLst>
    <p:sldId id="337" r:id="rId7"/>
    <p:sldId id="260" r:id="rId8"/>
    <p:sldId id="332" r:id="rId9"/>
    <p:sldId id="333" r:id="rId10"/>
    <p:sldId id="334" r:id="rId11"/>
    <p:sldId id="335" r:id="rId12"/>
    <p:sldId id="336" r:id="rId13"/>
    <p:sldId id="33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13" dt="2026-02-19T15:26:22.0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6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4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">
      <pc:chgData name="Brennan Brown" userId="bcf6cc9e-21d7-4e63-b7dc-a8459bd698b0" providerId="ADAL" clId="{30F1509B-5785-4C08-8791-C8021B43727B}" dt="2026-02-19T15:10:55.640" v="160" actId="680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10:52.850" v="159" actId="2057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chgLayout">
        <pc:chgData name="Brennan Brown" userId="bcf6cc9e-21d7-4e63-b7dc-a8459bd698b0" providerId="ADAL" clId="{30F1509B-5785-4C08-8791-C8021B43727B}" dt="2026-02-19T15:09:41.035" v="95" actId="2057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new">
        <pc:chgData name="Brennan Brown" userId="bcf6cc9e-21d7-4e63-b7dc-a8459bd698b0" providerId="ADAL" clId="{30F1509B-5785-4C08-8791-C8021B43727B}" dt="2026-02-19T15:10:55.640" v="160" actId="680"/>
        <pc:sldMkLst>
          <pc:docMk/>
          <pc:sldMk cId="2336822022" sldId="33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5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0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895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98555496"/>
      </p:ext>
    </p:extLst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CB50A119-D8E8-3E6C-EBB1-BF280168A5BE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12B0E730-6B73-028B-C7D1-E4418AC6DED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22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ppt/theme/theme2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CE9A0C13-2CCB-4F92-8A0E-E6C2DCD1F7B1}" vid="{243EA940-D5F3-4787-B928-CF67E8CF8082}"/>
    </a:ext>
  </a:extLst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CE9A0C13-2CCB-4F92-8A0E-E6C2DCD1F7B1}" vid="{243EA940-D5F3-4787-B928-CF67E8CF8082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</TotalTime>
  <Words>18</Words>
  <Application>Microsoft Office PowerPoint</Application>
  <PresentationFormat>Widescreen</PresentationFormat>
  <Paragraphs>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2_Office Theme</vt:lpstr>
      <vt:lpstr>1_Office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2026-02-19T15:26:24Z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