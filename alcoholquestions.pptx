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3" dt="2026-02-19T15:39:28.9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0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9:35.459" v="282" actId="20578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9:35.459" v="282" actId="20578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9:28.960" v="280" actId="20577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7:33.460" v="257" actId="20577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