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8" dt="2026-02-19T15:27:54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28:19.073" v="173" actId="478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19.073" v="173" actId="478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add mod">
          <ac:chgData name="Brennan Brown" userId="bcf6cc9e-21d7-4e63-b7dc-a8459bd698b0" providerId="ADAL" clId="{30F1509B-5785-4C08-8791-C8021B43727B}" dt="2026-02-19T15:28:19.073" v="173" actId="478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26:40.760" v="164" actId="20578"/>
        <pc:sldMasterMkLst>
          <pc:docMk/>
          <pc:sldMasterMk cId="2719746289" sldId="2147483648"/>
        </pc:sldMasterMkLst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6BBE792D-41DD-2E8B-E303-A4716CA5D31A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nline Image Placeholder 5">
            <a:extLst>
              <a:ext uri="{FF2B5EF4-FFF2-40B4-BE49-F238E27FC236}">
                <a16:creationId xmlns:a16="http://schemas.microsoft.com/office/drawing/2014/main" id="{DBCFE1C9-367E-D67C-A093-56E783B0DA59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Words>18</Words>
  <Application>Microsoft Office PowerPoint</Application>
  <PresentationFormat>Widescreen</PresentationFormat>
  <Paragraphs>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