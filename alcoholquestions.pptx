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1" dt="2026-02-19T15:31:33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1:33.658" v="185" actId="767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1:33.658" v="185" actId="767"/>
        <pc:sldMasterMkLst>
          <pc:docMk/>
          <pc:sldMasterMk cId="2719746289" sldId="2147483648"/>
        </pc:sldMasterMkLst>
        <pc:sldLayoutChg chg="addSp delSp modSp mod">
          <pc:chgData name="Brennan Brown" userId="bcf6cc9e-21d7-4e63-b7dc-a8459bd698b0" providerId="ADAL" clId="{30F1509B-5785-4C08-8791-C8021B43727B}" dt="2026-02-19T15:31:33.658" v="185" actId="767"/>
          <pc:sldLayoutMkLst>
            <pc:docMk/>
            <pc:sldMasterMk cId="2719746289" sldId="2147483648"/>
            <pc:sldLayoutMk cId="3983859811" sldId="2147483649"/>
          </pc:sldLayoutMkLst>
          <pc:spChg chg="add del">
            <ac:chgData name="Brennan Brown" userId="bcf6cc9e-21d7-4e63-b7dc-a8459bd698b0" providerId="ADAL" clId="{30F1509B-5785-4C08-8791-C8021B43727B}" dt="2026-02-19T15:31:21.725" v="184" actId="478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1:33.658" v="185" actId="767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1524000" y="5451894"/>
            <a:ext cx="7249064" cy="577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