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41" r:id="rId12"/>
    <p:sldId id="338" r:id="rId13"/>
    <p:sldId id="339" r:id="rId14"/>
    <p:sldId id="34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5" dt="2026-02-19T15:44:26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4:33.556" v="289" actId="362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modSp new mod">
        <pc:chgData name="Brennan Brown" userId="bcf6cc9e-21d7-4e63-b7dc-a8459bd698b0" providerId="ADAL" clId="{30F1509B-5785-4C08-8791-C8021B43727B}" dt="2026-02-19T15:42:11.597" v="288" actId="27636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2C48C-1524-495B-9203-AAE468F14E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A5F6BB-F612-BEF4-68B0-8A5B2C026A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211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Words>18</Words>
  <Application>Microsoft Office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