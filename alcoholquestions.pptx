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31" dt="2026-02-19T15:37:44.1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7:44.146" v="25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7:44.146" v="258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7:44.146" v="258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7:44.146" v="258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7:44.146" v="258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4:50.680" v="237" actId="207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7:44.146" v="258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7:44.146" v="258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2660071" y="42302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2600036" y="41702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